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9" r:id="rId3"/>
    <p:sldId id="361" r:id="rId4"/>
    <p:sldId id="362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EEEEEE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4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41C60-2A8A-41A4-9DCA-094C55D2F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C6A038-8B17-4CEF-A9BD-D0DBB0AA8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379FCC-A8DE-4A80-8925-9FE45A5E5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DA684-946D-4B3F-8097-CCAFD72271A4}" type="datetimeFigureOut">
              <a:rPr lang="es-ES" smtClean="0"/>
              <a:t>11/11/20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CE1B5E-C853-4A61-8D08-EFC71419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9D8943-08C3-4989-BE48-E1BD88A5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E55E-D9B4-4DBA-AB69-9935B0100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377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8A840-E1DE-4D5B-8955-0A2DE1DB3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BF8E03-285C-4484-8CE4-B239A96CA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F859A7-C115-45DE-9E48-4E4F9FC5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DA684-946D-4B3F-8097-CCAFD72271A4}" type="datetimeFigureOut">
              <a:rPr lang="es-ES" smtClean="0"/>
              <a:t>11/11/20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A3CFFD-8BB3-47A8-8A72-B7A1E40CF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1EB5F6-B805-4681-978F-1E1A6306F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E55E-D9B4-4DBA-AB69-9935B0100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961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36248-F431-4BB9-A56E-77E7ADBE0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831E6C-9DD1-4FF6-93B3-6E6E86A3C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6079F2-F8A0-40D0-A2E0-36A4C3C5A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DA684-946D-4B3F-8097-CCAFD72271A4}" type="datetimeFigureOut">
              <a:rPr lang="es-ES" smtClean="0"/>
              <a:t>11/11/20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A8CD26-01FF-4883-A912-1FFB3894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5B23F3-608F-4251-88FA-6322B1BE1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E55E-D9B4-4DBA-AB69-9935B0100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1101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E8709-F254-4322-AA52-115F7109B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89395F-3A14-440D-9C52-45BD64350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D4A091-F89F-4A53-8AF5-CFCAFC4DF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377682-BD98-4AFF-B752-13CB03F2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DA684-946D-4B3F-8097-CCAFD72271A4}" type="datetimeFigureOut">
              <a:rPr lang="es-ES" smtClean="0"/>
              <a:t>11/11/20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108FC7-0E3C-485C-933C-E164B9E98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E62A10-E48E-40F0-93F9-6E14B297C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E55E-D9B4-4DBA-AB69-9935B0100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1084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5AFC8-A453-416B-A9EC-8943D7C41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56379E-8B54-4336-BBF0-31D82EC1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9CAF01-B1B5-4243-8A1D-4024DDB37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5D91D2-C61D-4B9F-BE79-EEFF143AC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04B2DC6-4B23-453B-A953-4D6E9D3A6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82EADBB-BF40-4B45-90B3-29B1E795C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DA684-946D-4B3F-8097-CCAFD72271A4}" type="datetimeFigureOut">
              <a:rPr lang="es-ES" smtClean="0"/>
              <a:t>11/11/20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B9DA3A2-E794-4E02-B9DD-46FDEB6B9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4F910DE-035F-4A0F-9148-1C87A029E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E55E-D9B4-4DBA-AB69-9935B0100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9718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0E292-DB6D-4F76-8894-FBD8220B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0CB8E39-8BFD-43AD-89BC-C808A49D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DA684-946D-4B3F-8097-CCAFD72271A4}" type="datetimeFigureOut">
              <a:rPr lang="es-ES" smtClean="0"/>
              <a:t>11/11/20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8110FC-7920-4039-BABA-ACA82415B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AFBCF3-AC83-4DB4-8D90-462C39A3D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E55E-D9B4-4DBA-AB69-9935B0100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1798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A51E25B-8DC2-4B7A-8668-56E31772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DA684-946D-4B3F-8097-CCAFD72271A4}" type="datetimeFigureOut">
              <a:rPr lang="es-ES" smtClean="0"/>
              <a:t>11/11/20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F7D2046-1434-4D49-8DD2-E35E6993B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88EC12-7AD0-409B-BFB1-BFA426E3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E55E-D9B4-4DBA-AB69-9935B0100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932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1367B-9331-4822-9660-2E2BBE62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626921-DF1E-4903-946D-3D9416F7B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3A1F47-BDF6-491B-BBDC-63F044088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D06485-4B85-49B8-84B2-CBA6DFE4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DA684-946D-4B3F-8097-CCAFD72271A4}" type="datetimeFigureOut">
              <a:rPr lang="es-ES" smtClean="0"/>
              <a:t>11/11/20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497A28-B6B3-4BAD-959B-74A02884D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865240-C347-4FA2-B7ED-4E92EB31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E55E-D9B4-4DBA-AB69-9935B0100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8347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5D780-2063-4156-8982-B1326863F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606607B-9F1D-4C79-9536-AA11DD65EE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4D44F1E-FF00-4BFC-9B5C-FABEF0CCE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95DBC9-A4F7-414D-ABBA-EDA34A92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DA684-946D-4B3F-8097-CCAFD72271A4}" type="datetimeFigureOut">
              <a:rPr lang="es-ES" smtClean="0"/>
              <a:t>11/11/20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A4D58E-3D7C-4F70-9F58-98C04D52B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5FDC33-A47A-4F5D-9C9F-98C17FD91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E55E-D9B4-4DBA-AB69-9935B0100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4957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3D683-4001-4840-A87C-D39974E1F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016237-2F24-40C5-9CD9-AB48EF0DB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70ED09-9B83-4EA5-9B2C-B2B2A9D42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DA684-946D-4B3F-8097-CCAFD72271A4}" type="datetimeFigureOut">
              <a:rPr lang="es-ES" smtClean="0"/>
              <a:t>11/11/20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3701C7-D1D4-44BB-B4FB-855181EB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C6AC6B-3484-45DC-AA83-D1E1F443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E55E-D9B4-4DBA-AB69-9935B0100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848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0EB2F8-36E7-4287-85F9-446DCAE7D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317BE5-F1AA-41C5-AA7D-C2EF66AB3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2078D6-09AA-42A6-92AE-38C5CD2F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DA684-946D-4B3F-8097-CCAFD72271A4}" type="datetimeFigureOut">
              <a:rPr lang="es-ES" smtClean="0"/>
              <a:t>11/11/20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779321-9A80-4C78-A7AE-72B5F2F42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451D20-7A3F-4A44-8DA7-88110764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E55E-D9B4-4DBA-AB69-9935B0100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851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36643-A9DD-4774-84EC-BE487434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E78103-BC53-4876-9700-AFDE0BB05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40127-848C-4D0B-8E48-665F33C7B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DA684-946D-4B3F-8097-CCAFD72271A4}" type="datetimeFigureOut">
              <a:rPr lang="es-ES" smtClean="0"/>
              <a:t>11/11/20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9508A2-E0D4-4DBA-B18A-56DC81E00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8E93B9-61B3-4032-8151-06E1C2042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E55E-D9B4-4DBA-AB69-9935B0100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284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E2C7F9F-FFAD-4FBC-846B-7EAB9AE32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5" y="565708"/>
            <a:ext cx="5909927" cy="3209511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43B3BD6-FD52-4190-A46A-21FD3FC921DD}"/>
              </a:ext>
            </a:extLst>
          </p:cNvPr>
          <p:cNvCxnSpPr>
            <a:cxnSpLocks/>
          </p:cNvCxnSpPr>
          <p:nvPr/>
        </p:nvCxnSpPr>
        <p:spPr>
          <a:xfrm>
            <a:off x="6108419" y="1053975"/>
            <a:ext cx="0" cy="2256537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hape 839">
            <a:extLst>
              <a:ext uri="{FF2B5EF4-FFF2-40B4-BE49-F238E27FC236}">
                <a16:creationId xmlns:a16="http://schemas.microsoft.com/office/drawing/2014/main" id="{BC8B5E56-98F8-4609-8B2D-70A75A2AE191}"/>
              </a:ext>
            </a:extLst>
          </p:cNvPr>
          <p:cNvSpPr/>
          <p:nvPr/>
        </p:nvSpPr>
        <p:spPr>
          <a:xfrm>
            <a:off x="6195062" y="1607190"/>
            <a:ext cx="5062869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defRPr sz="24000">
                <a:solidFill>
                  <a:srgbClr val="FF9225"/>
                </a:solidFill>
                <a:latin typeface="Tahoma Negreta"/>
                <a:ea typeface="Tahoma Negreta"/>
                <a:cs typeface="Tahoma Negreta"/>
                <a:sym typeface="Tahoma Negreta"/>
              </a:defRPr>
            </a:lvl1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s-ES" sz="4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CORRUPCION Y LAVADO DE ACTIVOS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C267F82-0C32-40E0-98E4-5EEE3FF8F102}"/>
              </a:ext>
            </a:extLst>
          </p:cNvPr>
          <p:cNvSpPr/>
          <p:nvPr/>
        </p:nvSpPr>
        <p:spPr>
          <a:xfrm>
            <a:off x="9491281" y="3053060"/>
            <a:ext cx="1633492" cy="17755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F924DC8-60D5-4771-A203-EAFEE46BE9AF}"/>
              </a:ext>
            </a:extLst>
          </p:cNvPr>
          <p:cNvSpPr txBox="1"/>
          <p:nvPr/>
        </p:nvSpPr>
        <p:spPr>
          <a:xfrm>
            <a:off x="4953000" y="4558253"/>
            <a:ext cx="368685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500" b="1" dirty="0">
                <a:solidFill>
                  <a:srgbClr val="92D050"/>
                </a:solidFill>
              </a:rPr>
              <a:t>LISTAS</a:t>
            </a:r>
          </a:p>
        </p:txBody>
      </p:sp>
    </p:spTree>
    <p:extLst>
      <p:ext uri="{BB962C8B-B14F-4D97-AF65-F5344CB8AC3E}">
        <p14:creationId xmlns:p14="http://schemas.microsoft.com/office/powerpoint/2010/main" val="756883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upo 93">
            <a:extLst>
              <a:ext uri="{FF2B5EF4-FFF2-40B4-BE49-F238E27FC236}">
                <a16:creationId xmlns:a16="http://schemas.microsoft.com/office/drawing/2014/main" id="{7EAD7D27-9A4E-4115-BD7E-353539C09D8D}"/>
              </a:ext>
            </a:extLst>
          </p:cNvPr>
          <p:cNvGrpSpPr/>
          <p:nvPr/>
        </p:nvGrpSpPr>
        <p:grpSpPr>
          <a:xfrm>
            <a:off x="1487694" y="8467"/>
            <a:ext cx="9216611" cy="6858000"/>
            <a:chOff x="1487694" y="0"/>
            <a:chExt cx="9216611" cy="685800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037FE474-7EF4-4018-9785-AA380A132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7694" y="0"/>
              <a:ext cx="9216611" cy="6858000"/>
            </a:xfrm>
            <a:prstGeom prst="rect">
              <a:avLst/>
            </a:prstGeom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573F539-09DE-4340-88FF-3CEE23106FD2}"/>
                </a:ext>
              </a:extLst>
            </p:cNvPr>
            <p:cNvSpPr/>
            <p:nvPr/>
          </p:nvSpPr>
          <p:spPr>
            <a:xfrm>
              <a:off x="1487694" y="695325"/>
              <a:ext cx="9216611" cy="381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54A204A-9458-401E-850C-6D215CE41763}"/>
                </a:ext>
              </a:extLst>
            </p:cNvPr>
            <p:cNvSpPr/>
            <p:nvPr/>
          </p:nvSpPr>
          <p:spPr>
            <a:xfrm>
              <a:off x="8820150" y="31899"/>
              <a:ext cx="15240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FBC8C8AD-BACA-44A2-9C0D-5D3B27DB7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41120" y="179071"/>
              <a:ext cx="400050" cy="373380"/>
            </a:xfrm>
            <a:prstGeom prst="rect">
              <a:avLst/>
            </a:prstGeom>
          </p:spPr>
        </p:pic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408F5A2F-9D13-4888-9F65-318469D09F10}"/>
                </a:ext>
              </a:extLst>
            </p:cNvPr>
            <p:cNvSpPr/>
            <p:nvPr/>
          </p:nvSpPr>
          <p:spPr>
            <a:xfrm rot="10800000">
              <a:off x="10344150" y="373380"/>
              <a:ext cx="142874" cy="45719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1117FBF3-3163-48CB-B9A5-EDDB42A9BD1D}"/>
                </a:ext>
              </a:extLst>
            </p:cNvPr>
            <p:cNvSpPr txBox="1"/>
            <p:nvPr/>
          </p:nvSpPr>
          <p:spPr>
            <a:xfrm>
              <a:off x="8032901" y="235624"/>
              <a:ext cx="22082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Universal: Marco Paredes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AFDF4359-C66B-4B31-9C9D-0F498B2B372D}"/>
                </a:ext>
              </a:extLst>
            </p:cNvPr>
            <p:cNvSpPr/>
            <p:nvPr/>
          </p:nvSpPr>
          <p:spPr>
            <a:xfrm>
              <a:off x="1643063" y="1156179"/>
              <a:ext cx="8843961" cy="54555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º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10B94987-1C30-49D1-9FF3-E0F4D0B4AF7E}"/>
                </a:ext>
              </a:extLst>
            </p:cNvPr>
            <p:cNvSpPr/>
            <p:nvPr/>
          </p:nvSpPr>
          <p:spPr>
            <a:xfrm>
              <a:off x="1487694" y="6337004"/>
              <a:ext cx="9216611" cy="499730"/>
            </a:xfrm>
            <a:prstGeom prst="rect">
              <a:avLst/>
            </a:prstGeom>
            <a:solidFill>
              <a:srgbClr val="F3F3F3"/>
            </a:solidFill>
            <a:ln>
              <a:solidFill>
                <a:srgbClr val="F3F3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07E08FB-D8DE-49A5-8B66-0D0FF274A26D}"/>
                </a:ext>
              </a:extLst>
            </p:cNvPr>
            <p:cNvSpPr txBox="1"/>
            <p:nvPr/>
          </p:nvSpPr>
          <p:spPr>
            <a:xfrm>
              <a:off x="1874516" y="6597502"/>
              <a:ext cx="45510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Open Sans"/>
                </a:rPr>
                <a:t>Copyright © 2020 Conoce Capacitación Empresarial</a:t>
              </a:r>
              <a:endParaRPr lang="es-E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10DFBB1A-C17D-4D21-BA8D-693DA316F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9086" y="20732"/>
              <a:ext cx="2480015" cy="649335"/>
            </a:xfrm>
            <a:prstGeom prst="rect">
              <a:avLst/>
            </a:prstGeom>
          </p:spPr>
        </p:pic>
        <p:pic>
          <p:nvPicPr>
            <p:cNvPr id="27" name="Picture 2" descr="Conoce Capacitación Empresarial">
              <a:extLst>
                <a:ext uri="{FF2B5EF4-FFF2-40B4-BE49-F238E27FC236}">
                  <a16:creationId xmlns:a16="http://schemas.microsoft.com/office/drawing/2014/main" id="{1724F41F-30FB-4AB1-BA13-409C61F98B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8878" y="6418964"/>
              <a:ext cx="746709" cy="391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1BC474EC-D663-4F16-832D-EAA0925EEFFD}"/>
                </a:ext>
              </a:extLst>
            </p:cNvPr>
            <p:cNvSpPr txBox="1"/>
            <p:nvPr/>
          </p:nvSpPr>
          <p:spPr>
            <a:xfrm>
              <a:off x="1567041" y="747032"/>
              <a:ext cx="138224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Página principal</a:t>
              </a:r>
            </a:p>
          </p:txBody>
        </p: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1714DB7F-930D-4101-B0EE-B2E39C01753B}"/>
                </a:ext>
              </a:extLst>
            </p:cNvPr>
            <p:cNvSpPr txBox="1"/>
            <p:nvPr/>
          </p:nvSpPr>
          <p:spPr>
            <a:xfrm>
              <a:off x="2807640" y="750052"/>
              <a:ext cx="138224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Matriz de riesgos</a:t>
              </a:r>
            </a:p>
          </p:txBody>
        </p: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951D1228-D11A-4B05-99BE-97D8016C0DE4}"/>
                </a:ext>
              </a:extLst>
            </p:cNvPr>
            <p:cNvSpPr txBox="1"/>
            <p:nvPr/>
          </p:nvSpPr>
          <p:spPr>
            <a:xfrm>
              <a:off x="4108380" y="753696"/>
              <a:ext cx="141034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Scoring de riesgos</a:t>
              </a:r>
            </a:p>
          </p:txBody>
        </p:sp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A669D7FB-37F4-41CB-90D6-23B3C12ED543}"/>
                </a:ext>
              </a:extLst>
            </p:cNvPr>
            <p:cNvSpPr txBox="1"/>
            <p:nvPr/>
          </p:nvSpPr>
          <p:spPr>
            <a:xfrm>
              <a:off x="5509495" y="747204"/>
              <a:ext cx="1881914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Registro de operaciones</a:t>
              </a:r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375DA943-2B27-418A-85DF-2382881031F3}"/>
                </a:ext>
              </a:extLst>
            </p:cNvPr>
            <p:cNvSpPr txBox="1"/>
            <p:nvPr/>
          </p:nvSpPr>
          <p:spPr>
            <a:xfrm>
              <a:off x="7391400" y="748857"/>
              <a:ext cx="969854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Listas</a:t>
              </a:r>
            </a:p>
          </p:txBody>
        </p: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F0A12046-EDE7-446D-B228-0FF9EA091497}"/>
                </a:ext>
              </a:extLst>
            </p:cNvPr>
            <p:cNvSpPr txBox="1"/>
            <p:nvPr/>
          </p:nvSpPr>
          <p:spPr>
            <a:xfrm>
              <a:off x="8076031" y="751410"/>
              <a:ext cx="146584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Canal de denuncia</a:t>
              </a:r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1DFE14D3-E67F-4BB8-9D1F-4AB0D8482F86}"/>
                </a:ext>
              </a:extLst>
            </p:cNvPr>
            <p:cNvSpPr txBox="1"/>
            <p:nvPr/>
          </p:nvSpPr>
          <p:spPr>
            <a:xfrm>
              <a:off x="9536390" y="749390"/>
              <a:ext cx="109721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Mis cursos</a:t>
              </a:r>
            </a:p>
          </p:txBody>
        </p:sp>
      </p:grpSp>
      <p:sp>
        <p:nvSpPr>
          <p:cNvPr id="95" name="Rectángulo 94">
            <a:extLst>
              <a:ext uri="{FF2B5EF4-FFF2-40B4-BE49-F238E27FC236}">
                <a16:creationId xmlns:a16="http://schemas.microsoft.com/office/drawing/2014/main" id="{82E412E3-98EE-4C07-B73C-308AD51F2EEA}"/>
              </a:ext>
            </a:extLst>
          </p:cNvPr>
          <p:cNvSpPr/>
          <p:nvPr/>
        </p:nvSpPr>
        <p:spPr>
          <a:xfrm>
            <a:off x="1643063" y="1156179"/>
            <a:ext cx="8905873" cy="381000"/>
          </a:xfrm>
          <a:prstGeom prst="rect">
            <a:avLst/>
          </a:prstGeom>
          <a:solidFill>
            <a:srgbClr val="F3F3F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4E8EFCC4-F4A3-44A0-9961-C7D4F51001C1}"/>
              </a:ext>
            </a:extLst>
          </p:cNvPr>
          <p:cNvSpPr txBox="1"/>
          <p:nvPr/>
        </p:nvSpPr>
        <p:spPr>
          <a:xfrm>
            <a:off x="1713093" y="1187414"/>
            <a:ext cx="206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Listas</a:t>
            </a:r>
            <a:r>
              <a:rPr lang="es-E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pic>
        <p:nvPicPr>
          <p:cNvPr id="103" name="Imagen 102">
            <a:extLst>
              <a:ext uri="{FF2B5EF4-FFF2-40B4-BE49-F238E27FC236}">
                <a16:creationId xmlns:a16="http://schemas.microsoft.com/office/drawing/2014/main" id="{27476B99-4021-419B-8A10-C18192467F9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9836"/>
          <a:stretch/>
        </p:blipFill>
        <p:spPr>
          <a:xfrm>
            <a:off x="10693419" y="20732"/>
            <a:ext cx="142875" cy="6858000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4E55E597-51E4-4818-87E8-AEC79984A4F5}"/>
              </a:ext>
            </a:extLst>
          </p:cNvPr>
          <p:cNvSpPr txBox="1"/>
          <p:nvPr/>
        </p:nvSpPr>
        <p:spPr>
          <a:xfrm>
            <a:off x="1874516" y="6419307"/>
            <a:ext cx="56551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</a:rPr>
              <a:t>Calle Las Orquídeas 585, Piso 12 – San Isidro </a:t>
            </a:r>
            <a:r>
              <a:rPr lang="es-ES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</a:rPr>
              <a:t>I soporte@conoce.com.pe</a:t>
            </a:r>
            <a:endParaRPr lang="es-E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A9BF7BA0-23CB-4182-B87C-FFDE1267A525}"/>
              </a:ext>
            </a:extLst>
          </p:cNvPr>
          <p:cNvSpPr/>
          <p:nvPr/>
        </p:nvSpPr>
        <p:spPr>
          <a:xfrm>
            <a:off x="1635016" y="1659981"/>
            <a:ext cx="8905873" cy="932569"/>
          </a:xfrm>
          <a:prstGeom prst="rect">
            <a:avLst/>
          </a:prstGeom>
          <a:solidFill>
            <a:srgbClr val="F3F3F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6F64783-C58D-434C-B541-D91D9B22B222}"/>
              </a:ext>
            </a:extLst>
          </p:cNvPr>
          <p:cNvSpPr txBox="1"/>
          <p:nvPr/>
        </p:nvSpPr>
        <p:spPr>
          <a:xfrm>
            <a:off x="1724740" y="1814802"/>
            <a:ext cx="1666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Nombre: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C0DE424A-82A9-46A7-88F9-773CDBD26F85}"/>
              </a:ext>
            </a:extLst>
          </p:cNvPr>
          <p:cNvSpPr/>
          <p:nvPr/>
        </p:nvSpPr>
        <p:spPr>
          <a:xfrm>
            <a:off x="2447178" y="1846554"/>
            <a:ext cx="2994761" cy="24524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84F4D8E-5CA2-4F47-ADB3-5F2598635996}"/>
              </a:ext>
            </a:extLst>
          </p:cNvPr>
          <p:cNvSpPr txBox="1"/>
          <p:nvPr/>
        </p:nvSpPr>
        <p:spPr>
          <a:xfrm>
            <a:off x="5609224" y="1843445"/>
            <a:ext cx="1666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Nª</a:t>
            </a:r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Identificación: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699CB291-A8EA-4633-AC50-26FFA1F7058A}"/>
              </a:ext>
            </a:extLst>
          </p:cNvPr>
          <p:cNvSpPr/>
          <p:nvPr/>
        </p:nvSpPr>
        <p:spPr>
          <a:xfrm>
            <a:off x="6846360" y="1837580"/>
            <a:ext cx="1411816" cy="24524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D12B5DB-F9A1-4FC3-9150-AF4C91C3F12B}"/>
              </a:ext>
            </a:extLst>
          </p:cNvPr>
          <p:cNvSpPr txBox="1"/>
          <p:nvPr/>
        </p:nvSpPr>
        <p:spPr>
          <a:xfrm>
            <a:off x="1746361" y="2206403"/>
            <a:ext cx="1666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País: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D2B8884-C8E2-40B8-8777-E05DA9CB22C1}"/>
              </a:ext>
            </a:extLst>
          </p:cNvPr>
          <p:cNvSpPr/>
          <p:nvPr/>
        </p:nvSpPr>
        <p:spPr>
          <a:xfrm>
            <a:off x="2437296" y="2218201"/>
            <a:ext cx="2994761" cy="24524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0C060EAF-DC6C-4046-A92D-E640BE3749A9}"/>
              </a:ext>
            </a:extLst>
          </p:cNvPr>
          <p:cNvSpPr/>
          <p:nvPr/>
        </p:nvSpPr>
        <p:spPr>
          <a:xfrm>
            <a:off x="6846360" y="2194280"/>
            <a:ext cx="1411816" cy="269167"/>
          </a:xfrm>
          <a:prstGeom prst="rect">
            <a:avLst/>
          </a:prstGeom>
          <a:solidFill>
            <a:srgbClr val="92D05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Realizar Búsqueda 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E3643F3-9434-4FDE-8F35-7F5839D0AF0B}"/>
              </a:ext>
            </a:extLst>
          </p:cNvPr>
          <p:cNvSpPr/>
          <p:nvPr/>
        </p:nvSpPr>
        <p:spPr>
          <a:xfrm>
            <a:off x="1615708" y="2776390"/>
            <a:ext cx="8905873" cy="315868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CCC2FD5-7F64-411E-B7BA-314BEAD54404}"/>
              </a:ext>
            </a:extLst>
          </p:cNvPr>
          <p:cNvSpPr txBox="1"/>
          <p:nvPr/>
        </p:nvSpPr>
        <p:spPr>
          <a:xfrm>
            <a:off x="1746361" y="2879787"/>
            <a:ext cx="171520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Mis búsquedas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1C6FA533-3E14-4456-9A8D-739D0E14166E}"/>
              </a:ext>
            </a:extLst>
          </p:cNvPr>
          <p:cNvSpPr/>
          <p:nvPr/>
        </p:nvSpPr>
        <p:spPr>
          <a:xfrm>
            <a:off x="1746361" y="3207706"/>
            <a:ext cx="8597789" cy="33751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B3F7CA6C-77FC-4477-BE6C-5A47A06FECD9}"/>
              </a:ext>
            </a:extLst>
          </p:cNvPr>
          <p:cNvSpPr txBox="1"/>
          <p:nvPr/>
        </p:nvSpPr>
        <p:spPr>
          <a:xfrm>
            <a:off x="1804218" y="3235967"/>
            <a:ext cx="51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4A35785-CD02-4754-BC56-5195EA7F3CC9}"/>
              </a:ext>
            </a:extLst>
          </p:cNvPr>
          <p:cNvSpPr txBox="1"/>
          <p:nvPr/>
        </p:nvSpPr>
        <p:spPr>
          <a:xfrm>
            <a:off x="2230607" y="3244450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PERSONA O INSTITUCIÓN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D1B1B41-5281-4608-814F-6216835D21EC}"/>
              </a:ext>
            </a:extLst>
          </p:cNvPr>
          <p:cNvSpPr txBox="1"/>
          <p:nvPr/>
        </p:nvSpPr>
        <p:spPr>
          <a:xfrm>
            <a:off x="5432057" y="3232392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IDENTIFICACIÓN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C75D354-393F-4C23-B67D-00079C48EA48}"/>
              </a:ext>
            </a:extLst>
          </p:cNvPr>
          <p:cNvSpPr txBox="1"/>
          <p:nvPr/>
        </p:nvSpPr>
        <p:spPr>
          <a:xfrm>
            <a:off x="9172843" y="3232392"/>
            <a:ext cx="818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ACCIONES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A041AF6-C215-43FF-9E65-FC087029DC38}"/>
              </a:ext>
            </a:extLst>
          </p:cNvPr>
          <p:cNvSpPr txBox="1"/>
          <p:nvPr/>
        </p:nvSpPr>
        <p:spPr>
          <a:xfrm>
            <a:off x="7650429" y="3237257"/>
            <a:ext cx="818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FECHA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EBF7CCD1-C630-4B00-BF61-C8B48CB08096}"/>
              </a:ext>
            </a:extLst>
          </p:cNvPr>
          <p:cNvSpPr txBox="1"/>
          <p:nvPr/>
        </p:nvSpPr>
        <p:spPr>
          <a:xfrm>
            <a:off x="1804218" y="3541227"/>
            <a:ext cx="51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07AFF42-AC13-4457-98F3-69C7C6EE7DA0}"/>
              </a:ext>
            </a:extLst>
          </p:cNvPr>
          <p:cNvSpPr txBox="1"/>
          <p:nvPr/>
        </p:nvSpPr>
        <p:spPr>
          <a:xfrm>
            <a:off x="2209656" y="356726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CASTILLO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AAC43C08-0073-4F67-B821-63558FFD5A15}"/>
              </a:ext>
            </a:extLst>
          </p:cNvPr>
          <p:cNvSpPr txBox="1"/>
          <p:nvPr/>
        </p:nvSpPr>
        <p:spPr>
          <a:xfrm>
            <a:off x="5518726" y="353619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45267825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677F7BD9-D5F5-4D8C-AAB9-92549FC35EBC}"/>
              </a:ext>
            </a:extLst>
          </p:cNvPr>
          <p:cNvSpPr txBox="1"/>
          <p:nvPr/>
        </p:nvSpPr>
        <p:spPr>
          <a:xfrm>
            <a:off x="7471043" y="356452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10/11/2020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DDF0F473-F594-44CC-AAF0-33CE942A803A}"/>
              </a:ext>
            </a:extLst>
          </p:cNvPr>
          <p:cNvSpPr txBox="1"/>
          <p:nvPr/>
        </p:nvSpPr>
        <p:spPr>
          <a:xfrm>
            <a:off x="9423360" y="355357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EF65F409-1389-444F-B5A0-291E60C55BF3}"/>
              </a:ext>
            </a:extLst>
          </p:cNvPr>
          <p:cNvSpPr txBox="1"/>
          <p:nvPr/>
        </p:nvSpPr>
        <p:spPr>
          <a:xfrm>
            <a:off x="1804218" y="3741252"/>
            <a:ext cx="51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5FCC8B34-96DF-440A-8D3C-B1FA3B23BE23}"/>
              </a:ext>
            </a:extLst>
          </p:cNvPr>
          <p:cNvSpPr txBox="1"/>
          <p:nvPr/>
        </p:nvSpPr>
        <p:spPr>
          <a:xfrm>
            <a:off x="2209656" y="3767289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HERRERA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83B3012C-FEC8-4750-A5AC-3BA74997437E}"/>
              </a:ext>
            </a:extLst>
          </p:cNvPr>
          <p:cNvSpPr txBox="1"/>
          <p:nvPr/>
        </p:nvSpPr>
        <p:spPr>
          <a:xfrm>
            <a:off x="5518726" y="3736221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55267822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DCD77947-84F4-4334-B7AD-FFC0F2F8725A}"/>
              </a:ext>
            </a:extLst>
          </p:cNvPr>
          <p:cNvSpPr txBox="1"/>
          <p:nvPr/>
        </p:nvSpPr>
        <p:spPr>
          <a:xfrm>
            <a:off x="7471043" y="3764554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10/11/2020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A164EE7B-AA66-4BBC-AD58-4CD7F3352B8C}"/>
              </a:ext>
            </a:extLst>
          </p:cNvPr>
          <p:cNvSpPr txBox="1"/>
          <p:nvPr/>
        </p:nvSpPr>
        <p:spPr>
          <a:xfrm>
            <a:off x="9423360" y="3753597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DE554F8F-3C1E-4B0B-9CCF-111E12169D1B}"/>
              </a:ext>
            </a:extLst>
          </p:cNvPr>
          <p:cNvSpPr txBox="1"/>
          <p:nvPr/>
        </p:nvSpPr>
        <p:spPr>
          <a:xfrm>
            <a:off x="1804218" y="3950802"/>
            <a:ext cx="51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8609C3E3-D91F-412C-8227-E6B77BA11444}"/>
              </a:ext>
            </a:extLst>
          </p:cNvPr>
          <p:cNvSpPr txBox="1"/>
          <p:nvPr/>
        </p:nvSpPr>
        <p:spPr>
          <a:xfrm>
            <a:off x="2209656" y="3976839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RAUL SOTELO CASTILLO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1D97097E-85F0-4D51-B381-8ABAF3D83352}"/>
              </a:ext>
            </a:extLst>
          </p:cNvPr>
          <p:cNvSpPr txBox="1"/>
          <p:nvPr/>
        </p:nvSpPr>
        <p:spPr>
          <a:xfrm>
            <a:off x="5518726" y="3945771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95267825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49DE2380-E2BF-455E-8FA7-89645818ED85}"/>
              </a:ext>
            </a:extLst>
          </p:cNvPr>
          <p:cNvSpPr txBox="1"/>
          <p:nvPr/>
        </p:nvSpPr>
        <p:spPr>
          <a:xfrm>
            <a:off x="7471043" y="3974104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10/11/2020</a:t>
            </a:r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BCA71AA4-9B8F-4C01-B056-8488D2116149}"/>
              </a:ext>
            </a:extLst>
          </p:cNvPr>
          <p:cNvSpPr txBox="1"/>
          <p:nvPr/>
        </p:nvSpPr>
        <p:spPr>
          <a:xfrm>
            <a:off x="9423360" y="3963147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758D0B39-1C72-4C2D-8365-565C0B74D166}"/>
              </a:ext>
            </a:extLst>
          </p:cNvPr>
          <p:cNvSpPr txBox="1"/>
          <p:nvPr/>
        </p:nvSpPr>
        <p:spPr>
          <a:xfrm>
            <a:off x="1804218" y="4150827"/>
            <a:ext cx="51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CB0E4999-9EB7-44C5-8C3D-3BF74DBB6943}"/>
              </a:ext>
            </a:extLst>
          </p:cNvPr>
          <p:cNvSpPr txBox="1"/>
          <p:nvPr/>
        </p:nvSpPr>
        <p:spPr>
          <a:xfrm>
            <a:off x="2209656" y="4176864"/>
            <a:ext cx="2124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EDUARDO SOTELO CASTILLO</a:t>
            </a:r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D08D3A52-492F-4E74-AB54-CC031ACF8DEC}"/>
              </a:ext>
            </a:extLst>
          </p:cNvPr>
          <p:cNvSpPr txBox="1"/>
          <p:nvPr/>
        </p:nvSpPr>
        <p:spPr>
          <a:xfrm>
            <a:off x="5518726" y="414579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65267826</a:t>
            </a:r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87923548-F24F-426C-9291-8AB12EFC0056}"/>
              </a:ext>
            </a:extLst>
          </p:cNvPr>
          <p:cNvSpPr txBox="1"/>
          <p:nvPr/>
        </p:nvSpPr>
        <p:spPr>
          <a:xfrm>
            <a:off x="7471043" y="417412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10/11/2020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C64F1B3D-5A0F-4F91-ABFD-E7A5156A52C8}"/>
              </a:ext>
            </a:extLst>
          </p:cNvPr>
          <p:cNvSpPr txBox="1"/>
          <p:nvPr/>
        </p:nvSpPr>
        <p:spPr>
          <a:xfrm>
            <a:off x="9423360" y="416317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9A9454FC-FA19-4337-B18B-E9A543F63B41}"/>
              </a:ext>
            </a:extLst>
          </p:cNvPr>
          <p:cNvSpPr txBox="1"/>
          <p:nvPr/>
        </p:nvSpPr>
        <p:spPr>
          <a:xfrm>
            <a:off x="1804218" y="4360377"/>
            <a:ext cx="51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86517637-8AE1-4CC7-AB0A-8E2E5C235AC5}"/>
              </a:ext>
            </a:extLst>
          </p:cNvPr>
          <p:cNvSpPr txBox="1"/>
          <p:nvPr/>
        </p:nvSpPr>
        <p:spPr>
          <a:xfrm>
            <a:off x="2209656" y="438641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JORGE SOTELO CASAS</a:t>
            </a: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1A2E0CEF-0755-4B3B-BA70-372E627114E9}"/>
              </a:ext>
            </a:extLst>
          </p:cNvPr>
          <p:cNvSpPr txBox="1"/>
          <p:nvPr/>
        </p:nvSpPr>
        <p:spPr>
          <a:xfrm>
            <a:off x="5518726" y="435534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25267825</a:t>
            </a:r>
          </a:p>
        </p:txBody>
      </p: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45AA9FAF-6D8E-4203-87BF-26CB768A245B}"/>
              </a:ext>
            </a:extLst>
          </p:cNvPr>
          <p:cNvSpPr txBox="1"/>
          <p:nvPr/>
        </p:nvSpPr>
        <p:spPr>
          <a:xfrm>
            <a:off x="7471043" y="438367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10/11/2020</a:t>
            </a:r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2C8E6559-804D-4D15-8651-D86AE0D9FC4C}"/>
              </a:ext>
            </a:extLst>
          </p:cNvPr>
          <p:cNvSpPr txBox="1"/>
          <p:nvPr/>
        </p:nvSpPr>
        <p:spPr>
          <a:xfrm>
            <a:off x="9423360" y="437272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A66F1685-C872-4E9B-9A24-769E33440DD3}"/>
              </a:ext>
            </a:extLst>
          </p:cNvPr>
          <p:cNvSpPr txBox="1"/>
          <p:nvPr/>
        </p:nvSpPr>
        <p:spPr>
          <a:xfrm>
            <a:off x="1813743" y="4550877"/>
            <a:ext cx="51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A7CD504C-246E-4DB2-B443-F7D8C34FE039}"/>
              </a:ext>
            </a:extLst>
          </p:cNvPr>
          <p:cNvSpPr txBox="1"/>
          <p:nvPr/>
        </p:nvSpPr>
        <p:spPr>
          <a:xfrm>
            <a:off x="2219181" y="457691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PEDRO SOTELO CASAS</a:t>
            </a:r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21E31655-9242-45A8-94A8-4012E9B1E224}"/>
              </a:ext>
            </a:extLst>
          </p:cNvPr>
          <p:cNvSpPr txBox="1"/>
          <p:nvPr/>
        </p:nvSpPr>
        <p:spPr>
          <a:xfrm>
            <a:off x="5528251" y="454584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15267825</a:t>
            </a: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0559272F-355D-47B6-A5EF-A0DAD356AE8C}"/>
              </a:ext>
            </a:extLst>
          </p:cNvPr>
          <p:cNvSpPr txBox="1"/>
          <p:nvPr/>
        </p:nvSpPr>
        <p:spPr>
          <a:xfrm>
            <a:off x="7480568" y="457417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10/11/2020</a:t>
            </a:r>
          </a:p>
        </p:txBody>
      </p: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9771A60B-7A70-49CB-BAD6-350F691ACAAF}"/>
              </a:ext>
            </a:extLst>
          </p:cNvPr>
          <p:cNvSpPr txBox="1"/>
          <p:nvPr/>
        </p:nvSpPr>
        <p:spPr>
          <a:xfrm>
            <a:off x="9432885" y="456322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7293F3B5-67CA-41DD-9425-DC9E10452362}"/>
              </a:ext>
            </a:extLst>
          </p:cNvPr>
          <p:cNvSpPr txBox="1"/>
          <p:nvPr/>
        </p:nvSpPr>
        <p:spPr>
          <a:xfrm>
            <a:off x="1813743" y="4760427"/>
            <a:ext cx="51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F891BBA6-FF51-4086-80BD-0790BA0B7380}"/>
              </a:ext>
            </a:extLst>
          </p:cNvPr>
          <p:cNvSpPr txBox="1"/>
          <p:nvPr/>
        </p:nvSpPr>
        <p:spPr>
          <a:xfrm>
            <a:off x="2219181" y="478646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AERO CONTINENTAL</a:t>
            </a:r>
          </a:p>
        </p:txBody>
      </p: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C80EDB0E-DE5D-4C20-80EE-50D36900A041}"/>
              </a:ext>
            </a:extLst>
          </p:cNvPr>
          <p:cNvSpPr txBox="1"/>
          <p:nvPr/>
        </p:nvSpPr>
        <p:spPr>
          <a:xfrm>
            <a:off x="5528251" y="475539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2000593432</a:t>
            </a:r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8F92E3CD-CCA7-4290-83A0-A79B4F9D6206}"/>
              </a:ext>
            </a:extLst>
          </p:cNvPr>
          <p:cNvSpPr txBox="1"/>
          <p:nvPr/>
        </p:nvSpPr>
        <p:spPr>
          <a:xfrm>
            <a:off x="7480568" y="478372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10/11/2020</a:t>
            </a:r>
          </a:p>
        </p:txBody>
      </p: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4CA630EE-63DD-4AB3-92A8-E6666FCCC2E7}"/>
              </a:ext>
            </a:extLst>
          </p:cNvPr>
          <p:cNvSpPr txBox="1"/>
          <p:nvPr/>
        </p:nvSpPr>
        <p:spPr>
          <a:xfrm>
            <a:off x="9432885" y="477277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3DB7F978-7279-4A43-935C-626B894C332C}"/>
              </a:ext>
            </a:extLst>
          </p:cNvPr>
          <p:cNvSpPr txBox="1"/>
          <p:nvPr/>
        </p:nvSpPr>
        <p:spPr>
          <a:xfrm>
            <a:off x="1813743" y="4969977"/>
            <a:ext cx="51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</a:t>
            </a:r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93DA3004-A32F-41FC-9C94-68B8CFD37B2B}"/>
              </a:ext>
            </a:extLst>
          </p:cNvPr>
          <p:cNvSpPr txBox="1"/>
          <p:nvPr/>
        </p:nvSpPr>
        <p:spPr>
          <a:xfrm>
            <a:off x="2219181" y="499601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ODEBRECH</a:t>
            </a:r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0CBCA4C8-4B4C-4CBE-A362-C668B655BBEF}"/>
              </a:ext>
            </a:extLst>
          </p:cNvPr>
          <p:cNvSpPr txBox="1"/>
          <p:nvPr/>
        </p:nvSpPr>
        <p:spPr>
          <a:xfrm>
            <a:off x="5528251" y="496494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2050205062</a:t>
            </a:r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646CEFD4-54E0-4C19-9CA8-9FD62DFB4E56}"/>
              </a:ext>
            </a:extLst>
          </p:cNvPr>
          <p:cNvSpPr txBox="1"/>
          <p:nvPr/>
        </p:nvSpPr>
        <p:spPr>
          <a:xfrm>
            <a:off x="7480568" y="499327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10/11/2020</a:t>
            </a:r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1022D2F1-8E00-495A-967E-57B8F03FE408}"/>
              </a:ext>
            </a:extLst>
          </p:cNvPr>
          <p:cNvSpPr txBox="1"/>
          <p:nvPr/>
        </p:nvSpPr>
        <p:spPr>
          <a:xfrm>
            <a:off x="9432885" y="498232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8FC37D2F-B1D7-4E79-B4B2-0BB5DA9025E5}"/>
              </a:ext>
            </a:extLst>
          </p:cNvPr>
          <p:cNvSpPr txBox="1"/>
          <p:nvPr/>
        </p:nvSpPr>
        <p:spPr>
          <a:xfrm>
            <a:off x="1813743" y="5179527"/>
            <a:ext cx="51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</a:t>
            </a: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7EDBE244-A88E-4A2D-9728-741698FF024C}"/>
              </a:ext>
            </a:extLst>
          </p:cNvPr>
          <p:cNvSpPr txBox="1"/>
          <p:nvPr/>
        </p:nvSpPr>
        <p:spPr>
          <a:xfrm>
            <a:off x="2219181" y="520556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CARPIO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55E8A994-AA6A-4033-AB9A-ADB8CF65A904}"/>
              </a:ext>
            </a:extLst>
          </p:cNvPr>
          <p:cNvSpPr txBox="1"/>
          <p:nvPr/>
        </p:nvSpPr>
        <p:spPr>
          <a:xfrm>
            <a:off x="5528251" y="517449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35267822</a:t>
            </a:r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B75F7252-EA61-44C1-8CB1-C7622218974F}"/>
              </a:ext>
            </a:extLst>
          </p:cNvPr>
          <p:cNvSpPr txBox="1"/>
          <p:nvPr/>
        </p:nvSpPr>
        <p:spPr>
          <a:xfrm>
            <a:off x="7480568" y="520282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10/11/2020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0D3C5B41-9BCA-468A-AFE5-8C63E1E75B05}"/>
              </a:ext>
            </a:extLst>
          </p:cNvPr>
          <p:cNvSpPr txBox="1"/>
          <p:nvPr/>
        </p:nvSpPr>
        <p:spPr>
          <a:xfrm>
            <a:off x="9432885" y="519187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32D0E3F7-62A1-4868-9AAA-B90B3430778A}"/>
              </a:ext>
            </a:extLst>
          </p:cNvPr>
          <p:cNvSpPr txBox="1"/>
          <p:nvPr/>
        </p:nvSpPr>
        <p:spPr>
          <a:xfrm>
            <a:off x="1823268" y="5389077"/>
            <a:ext cx="51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67EC1148-D670-4A6D-9B42-3C8349152E96}"/>
              </a:ext>
            </a:extLst>
          </p:cNvPr>
          <p:cNvSpPr txBox="1"/>
          <p:nvPr/>
        </p:nvSpPr>
        <p:spPr>
          <a:xfrm>
            <a:off x="2228706" y="541511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JUAN SOTELO CASTILLO</a:t>
            </a:r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368C93A0-EEC8-49EC-AFB9-C63F1479B950}"/>
              </a:ext>
            </a:extLst>
          </p:cNvPr>
          <p:cNvSpPr txBox="1"/>
          <p:nvPr/>
        </p:nvSpPr>
        <p:spPr>
          <a:xfrm>
            <a:off x="5537776" y="538404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45267825</a:t>
            </a:r>
          </a:p>
        </p:txBody>
      </p: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39A7DD25-F6E2-4C8E-BDDF-45C5BC6A8DA8}"/>
              </a:ext>
            </a:extLst>
          </p:cNvPr>
          <p:cNvSpPr txBox="1"/>
          <p:nvPr/>
        </p:nvSpPr>
        <p:spPr>
          <a:xfrm>
            <a:off x="7490093" y="541237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10/11/2020</a:t>
            </a:r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B85128FF-2D84-4ABC-8445-E07ADDF3DA5D}"/>
              </a:ext>
            </a:extLst>
          </p:cNvPr>
          <p:cNvSpPr txBox="1"/>
          <p:nvPr/>
        </p:nvSpPr>
        <p:spPr>
          <a:xfrm>
            <a:off x="9442410" y="540142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3EEC91C6-B9D2-4E0F-8E1F-7F54A9F4086A}"/>
              </a:ext>
            </a:extLst>
          </p:cNvPr>
          <p:cNvSpPr txBox="1"/>
          <p:nvPr/>
        </p:nvSpPr>
        <p:spPr>
          <a:xfrm>
            <a:off x="1823268" y="5598627"/>
            <a:ext cx="51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r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4FF34CE1-5547-454D-98D1-0BAAB43E4E90}"/>
              </a:ext>
            </a:extLst>
          </p:cNvPr>
          <p:cNvSpPr txBox="1"/>
          <p:nvPr/>
        </p:nvSpPr>
        <p:spPr>
          <a:xfrm>
            <a:off x="2228706" y="562466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CASTILLO</a:t>
            </a:r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B6EB93A8-B469-4D9F-8FB2-82EF74035F77}"/>
              </a:ext>
            </a:extLst>
          </p:cNvPr>
          <p:cNvSpPr txBox="1"/>
          <p:nvPr/>
        </p:nvSpPr>
        <p:spPr>
          <a:xfrm>
            <a:off x="5537776" y="559359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05267825</a:t>
            </a:r>
          </a:p>
        </p:txBody>
      </p:sp>
      <p:sp>
        <p:nvSpPr>
          <p:cNvPr id="162" name="CuadroTexto 161">
            <a:extLst>
              <a:ext uri="{FF2B5EF4-FFF2-40B4-BE49-F238E27FC236}">
                <a16:creationId xmlns:a16="http://schemas.microsoft.com/office/drawing/2014/main" id="{AEC9D7F2-96E4-40D2-9820-EB21B1348B39}"/>
              </a:ext>
            </a:extLst>
          </p:cNvPr>
          <p:cNvSpPr txBox="1"/>
          <p:nvPr/>
        </p:nvSpPr>
        <p:spPr>
          <a:xfrm>
            <a:off x="7490093" y="562192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10/11/2020</a:t>
            </a:r>
          </a:p>
        </p:txBody>
      </p:sp>
      <p:sp>
        <p:nvSpPr>
          <p:cNvPr id="163" name="CuadroTexto 162">
            <a:extLst>
              <a:ext uri="{FF2B5EF4-FFF2-40B4-BE49-F238E27FC236}">
                <a16:creationId xmlns:a16="http://schemas.microsoft.com/office/drawing/2014/main" id="{4D3E5185-B929-410E-A77A-330430464D61}"/>
              </a:ext>
            </a:extLst>
          </p:cNvPr>
          <p:cNvSpPr txBox="1"/>
          <p:nvPr/>
        </p:nvSpPr>
        <p:spPr>
          <a:xfrm>
            <a:off x="9442410" y="561097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pic>
        <p:nvPicPr>
          <p:cNvPr id="118" name="Imagen 117">
            <a:extLst>
              <a:ext uri="{FF2B5EF4-FFF2-40B4-BE49-F238E27FC236}">
                <a16:creationId xmlns:a16="http://schemas.microsoft.com/office/drawing/2014/main" id="{130333E9-3258-44DA-AACC-E9EDBD635F7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6014" t="2051" r="678" b="93760"/>
          <a:stretch/>
        </p:blipFill>
        <p:spPr>
          <a:xfrm>
            <a:off x="10167670" y="1749508"/>
            <a:ext cx="246679" cy="18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88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upo 93">
            <a:extLst>
              <a:ext uri="{FF2B5EF4-FFF2-40B4-BE49-F238E27FC236}">
                <a16:creationId xmlns:a16="http://schemas.microsoft.com/office/drawing/2014/main" id="{7EAD7D27-9A4E-4115-BD7E-353539C09D8D}"/>
              </a:ext>
            </a:extLst>
          </p:cNvPr>
          <p:cNvGrpSpPr/>
          <p:nvPr/>
        </p:nvGrpSpPr>
        <p:grpSpPr>
          <a:xfrm>
            <a:off x="1487694" y="8467"/>
            <a:ext cx="9216611" cy="6858000"/>
            <a:chOff x="1487694" y="0"/>
            <a:chExt cx="9216611" cy="685800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037FE474-7EF4-4018-9785-AA380A132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7694" y="0"/>
              <a:ext cx="9216611" cy="6858000"/>
            </a:xfrm>
            <a:prstGeom prst="rect">
              <a:avLst/>
            </a:prstGeom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573F539-09DE-4340-88FF-3CEE23106FD2}"/>
                </a:ext>
              </a:extLst>
            </p:cNvPr>
            <p:cNvSpPr/>
            <p:nvPr/>
          </p:nvSpPr>
          <p:spPr>
            <a:xfrm>
              <a:off x="1487694" y="695325"/>
              <a:ext cx="9216611" cy="381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54A204A-9458-401E-850C-6D215CE41763}"/>
                </a:ext>
              </a:extLst>
            </p:cNvPr>
            <p:cNvSpPr/>
            <p:nvPr/>
          </p:nvSpPr>
          <p:spPr>
            <a:xfrm>
              <a:off x="8820150" y="31899"/>
              <a:ext cx="15240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FBC8C8AD-BACA-44A2-9C0D-5D3B27DB7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41120" y="179071"/>
              <a:ext cx="400050" cy="373380"/>
            </a:xfrm>
            <a:prstGeom prst="rect">
              <a:avLst/>
            </a:prstGeom>
          </p:spPr>
        </p:pic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408F5A2F-9D13-4888-9F65-318469D09F10}"/>
                </a:ext>
              </a:extLst>
            </p:cNvPr>
            <p:cNvSpPr/>
            <p:nvPr/>
          </p:nvSpPr>
          <p:spPr>
            <a:xfrm rot="10800000">
              <a:off x="10344150" y="373380"/>
              <a:ext cx="142874" cy="45719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1117FBF3-3163-48CB-B9A5-EDDB42A9BD1D}"/>
                </a:ext>
              </a:extLst>
            </p:cNvPr>
            <p:cNvSpPr txBox="1"/>
            <p:nvPr/>
          </p:nvSpPr>
          <p:spPr>
            <a:xfrm>
              <a:off x="8032901" y="235624"/>
              <a:ext cx="22082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Universal: Marco Paredes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AFDF4359-C66B-4B31-9C9D-0F498B2B372D}"/>
                </a:ext>
              </a:extLst>
            </p:cNvPr>
            <p:cNvSpPr/>
            <p:nvPr/>
          </p:nvSpPr>
          <p:spPr>
            <a:xfrm>
              <a:off x="1643063" y="1156179"/>
              <a:ext cx="8843961" cy="54555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º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10B94987-1C30-49D1-9FF3-E0F4D0B4AF7E}"/>
                </a:ext>
              </a:extLst>
            </p:cNvPr>
            <p:cNvSpPr/>
            <p:nvPr/>
          </p:nvSpPr>
          <p:spPr>
            <a:xfrm>
              <a:off x="1487694" y="6337004"/>
              <a:ext cx="9216611" cy="499730"/>
            </a:xfrm>
            <a:prstGeom prst="rect">
              <a:avLst/>
            </a:prstGeom>
            <a:solidFill>
              <a:srgbClr val="F3F3F3"/>
            </a:solidFill>
            <a:ln>
              <a:solidFill>
                <a:srgbClr val="F3F3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07E08FB-D8DE-49A5-8B66-0D0FF274A26D}"/>
                </a:ext>
              </a:extLst>
            </p:cNvPr>
            <p:cNvSpPr txBox="1"/>
            <p:nvPr/>
          </p:nvSpPr>
          <p:spPr>
            <a:xfrm>
              <a:off x="1874516" y="6597502"/>
              <a:ext cx="45510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Open Sans"/>
                </a:rPr>
                <a:t>Copyright © 2020 Conoce Capacitación Empresarial</a:t>
              </a:r>
              <a:endParaRPr lang="es-E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10DFBB1A-C17D-4D21-BA8D-693DA316F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9086" y="20732"/>
              <a:ext cx="2480015" cy="649335"/>
            </a:xfrm>
            <a:prstGeom prst="rect">
              <a:avLst/>
            </a:prstGeom>
          </p:spPr>
        </p:pic>
        <p:pic>
          <p:nvPicPr>
            <p:cNvPr id="27" name="Picture 2" descr="Conoce Capacitación Empresarial">
              <a:extLst>
                <a:ext uri="{FF2B5EF4-FFF2-40B4-BE49-F238E27FC236}">
                  <a16:creationId xmlns:a16="http://schemas.microsoft.com/office/drawing/2014/main" id="{1724F41F-30FB-4AB1-BA13-409C61F98B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8878" y="6418964"/>
              <a:ext cx="746709" cy="391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1BC474EC-D663-4F16-832D-EAA0925EEFFD}"/>
                </a:ext>
              </a:extLst>
            </p:cNvPr>
            <p:cNvSpPr txBox="1"/>
            <p:nvPr/>
          </p:nvSpPr>
          <p:spPr>
            <a:xfrm>
              <a:off x="1567041" y="747032"/>
              <a:ext cx="138224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Página principal</a:t>
              </a:r>
            </a:p>
          </p:txBody>
        </p: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1714DB7F-930D-4101-B0EE-B2E39C01753B}"/>
                </a:ext>
              </a:extLst>
            </p:cNvPr>
            <p:cNvSpPr txBox="1"/>
            <p:nvPr/>
          </p:nvSpPr>
          <p:spPr>
            <a:xfrm>
              <a:off x="2807640" y="750052"/>
              <a:ext cx="138224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Matriz de riesgos</a:t>
              </a:r>
            </a:p>
          </p:txBody>
        </p: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951D1228-D11A-4B05-99BE-97D8016C0DE4}"/>
                </a:ext>
              </a:extLst>
            </p:cNvPr>
            <p:cNvSpPr txBox="1"/>
            <p:nvPr/>
          </p:nvSpPr>
          <p:spPr>
            <a:xfrm>
              <a:off x="4108380" y="753696"/>
              <a:ext cx="141034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Scoring de riesgos</a:t>
              </a:r>
            </a:p>
          </p:txBody>
        </p:sp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A669D7FB-37F4-41CB-90D6-23B3C12ED543}"/>
                </a:ext>
              </a:extLst>
            </p:cNvPr>
            <p:cNvSpPr txBox="1"/>
            <p:nvPr/>
          </p:nvSpPr>
          <p:spPr>
            <a:xfrm>
              <a:off x="5509495" y="747204"/>
              <a:ext cx="1881914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Registro de operaciones</a:t>
              </a:r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375DA943-2B27-418A-85DF-2382881031F3}"/>
                </a:ext>
              </a:extLst>
            </p:cNvPr>
            <p:cNvSpPr txBox="1"/>
            <p:nvPr/>
          </p:nvSpPr>
          <p:spPr>
            <a:xfrm>
              <a:off x="7391400" y="748857"/>
              <a:ext cx="969854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Listas</a:t>
              </a:r>
            </a:p>
          </p:txBody>
        </p: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F0A12046-EDE7-446D-B228-0FF9EA091497}"/>
                </a:ext>
              </a:extLst>
            </p:cNvPr>
            <p:cNvSpPr txBox="1"/>
            <p:nvPr/>
          </p:nvSpPr>
          <p:spPr>
            <a:xfrm>
              <a:off x="8076031" y="751410"/>
              <a:ext cx="146584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Canal de denuncia</a:t>
              </a:r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1DFE14D3-E67F-4BB8-9D1F-4AB0D8482F86}"/>
                </a:ext>
              </a:extLst>
            </p:cNvPr>
            <p:cNvSpPr txBox="1"/>
            <p:nvPr/>
          </p:nvSpPr>
          <p:spPr>
            <a:xfrm>
              <a:off x="9536390" y="749390"/>
              <a:ext cx="109721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Mis cursos</a:t>
              </a:r>
            </a:p>
          </p:txBody>
        </p:sp>
      </p:grpSp>
      <p:sp>
        <p:nvSpPr>
          <p:cNvPr id="95" name="Rectángulo 94">
            <a:extLst>
              <a:ext uri="{FF2B5EF4-FFF2-40B4-BE49-F238E27FC236}">
                <a16:creationId xmlns:a16="http://schemas.microsoft.com/office/drawing/2014/main" id="{82E412E3-98EE-4C07-B73C-308AD51F2EEA}"/>
              </a:ext>
            </a:extLst>
          </p:cNvPr>
          <p:cNvSpPr/>
          <p:nvPr/>
        </p:nvSpPr>
        <p:spPr>
          <a:xfrm>
            <a:off x="1643063" y="1156179"/>
            <a:ext cx="8905873" cy="381000"/>
          </a:xfrm>
          <a:prstGeom prst="rect">
            <a:avLst/>
          </a:prstGeom>
          <a:solidFill>
            <a:srgbClr val="F3F3F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4E8EFCC4-F4A3-44A0-9961-C7D4F51001C1}"/>
              </a:ext>
            </a:extLst>
          </p:cNvPr>
          <p:cNvSpPr txBox="1"/>
          <p:nvPr/>
        </p:nvSpPr>
        <p:spPr>
          <a:xfrm>
            <a:off x="1694043" y="1187414"/>
            <a:ext cx="206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Listas</a:t>
            </a:r>
            <a:r>
              <a:rPr lang="es-E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pic>
        <p:nvPicPr>
          <p:cNvPr id="103" name="Imagen 102">
            <a:extLst>
              <a:ext uri="{FF2B5EF4-FFF2-40B4-BE49-F238E27FC236}">
                <a16:creationId xmlns:a16="http://schemas.microsoft.com/office/drawing/2014/main" id="{27476B99-4021-419B-8A10-C18192467F9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9836"/>
          <a:stretch/>
        </p:blipFill>
        <p:spPr>
          <a:xfrm>
            <a:off x="10693419" y="20732"/>
            <a:ext cx="142875" cy="6858000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4E55E597-51E4-4818-87E8-AEC79984A4F5}"/>
              </a:ext>
            </a:extLst>
          </p:cNvPr>
          <p:cNvSpPr txBox="1"/>
          <p:nvPr/>
        </p:nvSpPr>
        <p:spPr>
          <a:xfrm>
            <a:off x="1874516" y="6419307"/>
            <a:ext cx="56551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</a:rPr>
              <a:t>Calle Las Orquídeas 585, Piso 12 – San Isidro </a:t>
            </a:r>
            <a:r>
              <a:rPr lang="es-ES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</a:rPr>
              <a:t>I soporte@conoce.com.pe</a:t>
            </a:r>
            <a:endParaRPr lang="es-E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A9BF7BA0-23CB-4182-B87C-FFDE1267A525}"/>
              </a:ext>
            </a:extLst>
          </p:cNvPr>
          <p:cNvSpPr/>
          <p:nvPr/>
        </p:nvSpPr>
        <p:spPr>
          <a:xfrm>
            <a:off x="1635016" y="1659981"/>
            <a:ext cx="8905873" cy="932569"/>
          </a:xfrm>
          <a:prstGeom prst="rect">
            <a:avLst/>
          </a:prstGeom>
          <a:solidFill>
            <a:srgbClr val="F3F3F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6F64783-C58D-434C-B541-D91D9B22B222}"/>
              </a:ext>
            </a:extLst>
          </p:cNvPr>
          <p:cNvSpPr txBox="1"/>
          <p:nvPr/>
        </p:nvSpPr>
        <p:spPr>
          <a:xfrm>
            <a:off x="1724740" y="1814802"/>
            <a:ext cx="1666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Nombre: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C0DE424A-82A9-46A7-88F9-773CDBD26F85}"/>
              </a:ext>
            </a:extLst>
          </p:cNvPr>
          <p:cNvSpPr/>
          <p:nvPr/>
        </p:nvSpPr>
        <p:spPr>
          <a:xfrm>
            <a:off x="2447178" y="1846554"/>
            <a:ext cx="2994761" cy="24524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84F4D8E-5CA2-4F47-ADB3-5F2598635996}"/>
              </a:ext>
            </a:extLst>
          </p:cNvPr>
          <p:cNvSpPr txBox="1"/>
          <p:nvPr/>
        </p:nvSpPr>
        <p:spPr>
          <a:xfrm>
            <a:off x="5609224" y="1843445"/>
            <a:ext cx="1666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Nª</a:t>
            </a:r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Identificación: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699CB291-A8EA-4633-AC50-26FFA1F7058A}"/>
              </a:ext>
            </a:extLst>
          </p:cNvPr>
          <p:cNvSpPr/>
          <p:nvPr/>
        </p:nvSpPr>
        <p:spPr>
          <a:xfrm>
            <a:off x="6846360" y="1837580"/>
            <a:ext cx="1411816" cy="24524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D12B5DB-F9A1-4FC3-9150-AF4C91C3F12B}"/>
              </a:ext>
            </a:extLst>
          </p:cNvPr>
          <p:cNvSpPr txBox="1"/>
          <p:nvPr/>
        </p:nvSpPr>
        <p:spPr>
          <a:xfrm>
            <a:off x="1746361" y="2206403"/>
            <a:ext cx="1666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País: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D2B8884-C8E2-40B8-8777-E05DA9CB22C1}"/>
              </a:ext>
            </a:extLst>
          </p:cNvPr>
          <p:cNvSpPr/>
          <p:nvPr/>
        </p:nvSpPr>
        <p:spPr>
          <a:xfrm>
            <a:off x="2437296" y="2218201"/>
            <a:ext cx="2994761" cy="24524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0C060EAF-DC6C-4046-A92D-E640BE3749A9}"/>
              </a:ext>
            </a:extLst>
          </p:cNvPr>
          <p:cNvSpPr/>
          <p:nvPr/>
        </p:nvSpPr>
        <p:spPr>
          <a:xfrm>
            <a:off x="6846360" y="2194280"/>
            <a:ext cx="1411816" cy="269167"/>
          </a:xfrm>
          <a:prstGeom prst="rect">
            <a:avLst/>
          </a:prstGeom>
          <a:solidFill>
            <a:srgbClr val="92D05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Realizar Búsqueda 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E3643F3-9434-4FDE-8F35-7F5839D0AF0B}"/>
              </a:ext>
            </a:extLst>
          </p:cNvPr>
          <p:cNvSpPr/>
          <p:nvPr/>
        </p:nvSpPr>
        <p:spPr>
          <a:xfrm>
            <a:off x="1615708" y="2776390"/>
            <a:ext cx="8905873" cy="315868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CCC2FD5-7F64-411E-B7BA-314BEAD54404}"/>
              </a:ext>
            </a:extLst>
          </p:cNvPr>
          <p:cNvSpPr txBox="1"/>
          <p:nvPr/>
        </p:nvSpPr>
        <p:spPr>
          <a:xfrm>
            <a:off x="1746361" y="2879787"/>
            <a:ext cx="216841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Resultados: 11 encontrados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1C6FA533-3E14-4456-9A8D-739D0E14166E}"/>
              </a:ext>
            </a:extLst>
          </p:cNvPr>
          <p:cNvSpPr/>
          <p:nvPr/>
        </p:nvSpPr>
        <p:spPr>
          <a:xfrm>
            <a:off x="1746361" y="3207706"/>
            <a:ext cx="8597789" cy="33751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4A35785-CD02-4754-BC56-5195EA7F3CC9}"/>
              </a:ext>
            </a:extLst>
          </p:cNvPr>
          <p:cNvSpPr txBox="1"/>
          <p:nvPr/>
        </p:nvSpPr>
        <p:spPr>
          <a:xfrm>
            <a:off x="2230607" y="3244450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PERSONA O INSTITUCIÓN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D1B1B41-5281-4608-814F-6216835D21EC}"/>
              </a:ext>
            </a:extLst>
          </p:cNvPr>
          <p:cNvSpPr txBox="1"/>
          <p:nvPr/>
        </p:nvSpPr>
        <p:spPr>
          <a:xfrm>
            <a:off x="5432057" y="3232392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IDENTIFICACIÓN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C75D354-393F-4C23-B67D-00079C48EA48}"/>
              </a:ext>
            </a:extLst>
          </p:cNvPr>
          <p:cNvSpPr txBox="1"/>
          <p:nvPr/>
        </p:nvSpPr>
        <p:spPr>
          <a:xfrm>
            <a:off x="9172843" y="3232392"/>
            <a:ext cx="818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ACCIONES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A041AF6-C215-43FF-9E65-FC087029DC38}"/>
              </a:ext>
            </a:extLst>
          </p:cNvPr>
          <p:cNvSpPr txBox="1"/>
          <p:nvPr/>
        </p:nvSpPr>
        <p:spPr>
          <a:xfrm>
            <a:off x="7552268" y="3237303"/>
            <a:ext cx="818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07AFF42-AC13-4457-98F3-69C7C6EE7DA0}"/>
              </a:ext>
            </a:extLst>
          </p:cNvPr>
          <p:cNvSpPr txBox="1"/>
          <p:nvPr/>
        </p:nvSpPr>
        <p:spPr>
          <a:xfrm>
            <a:off x="2209656" y="356726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CASTILLO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AAC43C08-0073-4F67-B821-63558FFD5A15}"/>
              </a:ext>
            </a:extLst>
          </p:cNvPr>
          <p:cNvSpPr txBox="1"/>
          <p:nvPr/>
        </p:nvSpPr>
        <p:spPr>
          <a:xfrm>
            <a:off x="5518726" y="353619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45267825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677F7BD9-D5F5-4D8C-AAB9-92549FC35EBC}"/>
              </a:ext>
            </a:extLst>
          </p:cNvPr>
          <p:cNvSpPr txBox="1"/>
          <p:nvPr/>
        </p:nvSpPr>
        <p:spPr>
          <a:xfrm>
            <a:off x="7471043" y="356452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DDF0F473-F594-44CC-AAF0-33CE942A803A}"/>
              </a:ext>
            </a:extLst>
          </p:cNvPr>
          <p:cNvSpPr txBox="1"/>
          <p:nvPr/>
        </p:nvSpPr>
        <p:spPr>
          <a:xfrm>
            <a:off x="9423360" y="355357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5FCC8B34-96DF-440A-8D3C-B1FA3B23BE23}"/>
              </a:ext>
            </a:extLst>
          </p:cNvPr>
          <p:cNvSpPr txBox="1"/>
          <p:nvPr/>
        </p:nvSpPr>
        <p:spPr>
          <a:xfrm>
            <a:off x="2209656" y="3767289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HERRERA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83B3012C-FEC8-4750-A5AC-3BA74997437E}"/>
              </a:ext>
            </a:extLst>
          </p:cNvPr>
          <p:cNvSpPr txBox="1"/>
          <p:nvPr/>
        </p:nvSpPr>
        <p:spPr>
          <a:xfrm>
            <a:off x="5518726" y="3736221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55267822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DCD77947-84F4-4334-B7AD-FFC0F2F8725A}"/>
              </a:ext>
            </a:extLst>
          </p:cNvPr>
          <p:cNvSpPr txBox="1"/>
          <p:nvPr/>
        </p:nvSpPr>
        <p:spPr>
          <a:xfrm>
            <a:off x="7471043" y="3764554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A164EE7B-AA66-4BBC-AD58-4CD7F3352B8C}"/>
              </a:ext>
            </a:extLst>
          </p:cNvPr>
          <p:cNvSpPr txBox="1"/>
          <p:nvPr/>
        </p:nvSpPr>
        <p:spPr>
          <a:xfrm>
            <a:off x="9423360" y="3753597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8609C3E3-D91F-412C-8227-E6B77BA11444}"/>
              </a:ext>
            </a:extLst>
          </p:cNvPr>
          <p:cNvSpPr txBox="1"/>
          <p:nvPr/>
        </p:nvSpPr>
        <p:spPr>
          <a:xfrm>
            <a:off x="2209656" y="3976839"/>
            <a:ext cx="2200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CASTAÑEDA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1D97097E-85F0-4D51-B381-8ABAF3D83352}"/>
              </a:ext>
            </a:extLst>
          </p:cNvPr>
          <p:cNvSpPr txBox="1"/>
          <p:nvPr/>
        </p:nvSpPr>
        <p:spPr>
          <a:xfrm>
            <a:off x="5518726" y="3945771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95267825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49DE2380-E2BF-455E-8FA7-89645818ED85}"/>
              </a:ext>
            </a:extLst>
          </p:cNvPr>
          <p:cNvSpPr txBox="1"/>
          <p:nvPr/>
        </p:nvSpPr>
        <p:spPr>
          <a:xfrm>
            <a:off x="7471043" y="3974104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BCA71AA4-9B8F-4C01-B056-8488D2116149}"/>
              </a:ext>
            </a:extLst>
          </p:cNvPr>
          <p:cNvSpPr txBox="1"/>
          <p:nvPr/>
        </p:nvSpPr>
        <p:spPr>
          <a:xfrm>
            <a:off x="9423360" y="3963147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CB0E4999-9EB7-44C5-8C3D-3BF74DBB6943}"/>
              </a:ext>
            </a:extLst>
          </p:cNvPr>
          <p:cNvSpPr txBox="1"/>
          <p:nvPr/>
        </p:nvSpPr>
        <p:spPr>
          <a:xfrm>
            <a:off x="2209656" y="4176864"/>
            <a:ext cx="2124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CASINO</a:t>
            </a:r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D08D3A52-492F-4E74-AB54-CC031ACF8DEC}"/>
              </a:ext>
            </a:extLst>
          </p:cNvPr>
          <p:cNvSpPr txBox="1"/>
          <p:nvPr/>
        </p:nvSpPr>
        <p:spPr>
          <a:xfrm>
            <a:off x="5518726" y="414579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65267826</a:t>
            </a:r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87923548-F24F-426C-9291-8AB12EFC0056}"/>
              </a:ext>
            </a:extLst>
          </p:cNvPr>
          <p:cNvSpPr txBox="1"/>
          <p:nvPr/>
        </p:nvSpPr>
        <p:spPr>
          <a:xfrm>
            <a:off x="7471043" y="417412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C64F1B3D-5A0F-4F91-ABFD-E7A5156A52C8}"/>
              </a:ext>
            </a:extLst>
          </p:cNvPr>
          <p:cNvSpPr txBox="1"/>
          <p:nvPr/>
        </p:nvSpPr>
        <p:spPr>
          <a:xfrm>
            <a:off x="9423360" y="416317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86517637-8AE1-4CC7-AB0A-8E2E5C235AC5}"/>
              </a:ext>
            </a:extLst>
          </p:cNvPr>
          <p:cNvSpPr txBox="1"/>
          <p:nvPr/>
        </p:nvSpPr>
        <p:spPr>
          <a:xfrm>
            <a:off x="2209656" y="438641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CASAS</a:t>
            </a: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1A2E0CEF-0755-4B3B-BA70-372E627114E9}"/>
              </a:ext>
            </a:extLst>
          </p:cNvPr>
          <p:cNvSpPr txBox="1"/>
          <p:nvPr/>
        </p:nvSpPr>
        <p:spPr>
          <a:xfrm>
            <a:off x="5518726" y="435534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25267825</a:t>
            </a:r>
          </a:p>
        </p:txBody>
      </p: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45AA9FAF-6D8E-4203-87BF-26CB768A245B}"/>
              </a:ext>
            </a:extLst>
          </p:cNvPr>
          <p:cNvSpPr txBox="1"/>
          <p:nvPr/>
        </p:nvSpPr>
        <p:spPr>
          <a:xfrm>
            <a:off x="7471043" y="438367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2C8E6559-804D-4D15-8651-D86AE0D9FC4C}"/>
              </a:ext>
            </a:extLst>
          </p:cNvPr>
          <p:cNvSpPr txBox="1"/>
          <p:nvPr/>
        </p:nvSpPr>
        <p:spPr>
          <a:xfrm>
            <a:off x="9423360" y="437272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A7CD504C-246E-4DB2-B443-F7D8C34FE039}"/>
              </a:ext>
            </a:extLst>
          </p:cNvPr>
          <p:cNvSpPr txBox="1"/>
          <p:nvPr/>
        </p:nvSpPr>
        <p:spPr>
          <a:xfrm>
            <a:off x="2219181" y="457691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HERRERA CASAS</a:t>
            </a:r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21E31655-9242-45A8-94A8-4012E9B1E224}"/>
              </a:ext>
            </a:extLst>
          </p:cNvPr>
          <p:cNvSpPr txBox="1"/>
          <p:nvPr/>
        </p:nvSpPr>
        <p:spPr>
          <a:xfrm>
            <a:off x="5528251" y="454584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15267825</a:t>
            </a: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0559272F-355D-47B6-A5EF-A0DAD356AE8C}"/>
              </a:ext>
            </a:extLst>
          </p:cNvPr>
          <p:cNvSpPr txBox="1"/>
          <p:nvPr/>
        </p:nvSpPr>
        <p:spPr>
          <a:xfrm>
            <a:off x="7480568" y="457417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9771A60B-7A70-49CB-BAD6-350F691ACAAF}"/>
              </a:ext>
            </a:extLst>
          </p:cNvPr>
          <p:cNvSpPr txBox="1"/>
          <p:nvPr/>
        </p:nvSpPr>
        <p:spPr>
          <a:xfrm>
            <a:off x="9432885" y="456322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F891BBA6-FF51-4086-80BD-0790BA0B7380}"/>
              </a:ext>
            </a:extLst>
          </p:cNvPr>
          <p:cNvSpPr txBox="1"/>
          <p:nvPr/>
        </p:nvSpPr>
        <p:spPr>
          <a:xfrm>
            <a:off x="2219181" y="478646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CONTINENTAL SA</a:t>
            </a:r>
          </a:p>
        </p:txBody>
      </p: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C80EDB0E-DE5D-4C20-80EE-50D36900A041}"/>
              </a:ext>
            </a:extLst>
          </p:cNvPr>
          <p:cNvSpPr txBox="1"/>
          <p:nvPr/>
        </p:nvSpPr>
        <p:spPr>
          <a:xfrm>
            <a:off x="5528251" y="475539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2000593432</a:t>
            </a:r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8F92E3CD-CCA7-4290-83A0-A79B4F9D6206}"/>
              </a:ext>
            </a:extLst>
          </p:cNvPr>
          <p:cNvSpPr txBox="1"/>
          <p:nvPr/>
        </p:nvSpPr>
        <p:spPr>
          <a:xfrm>
            <a:off x="7480568" y="478372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Entidad</a:t>
            </a:r>
          </a:p>
        </p:txBody>
      </p: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4CA630EE-63DD-4AB3-92A8-E6666FCCC2E7}"/>
              </a:ext>
            </a:extLst>
          </p:cNvPr>
          <p:cNvSpPr txBox="1"/>
          <p:nvPr/>
        </p:nvSpPr>
        <p:spPr>
          <a:xfrm>
            <a:off x="9432885" y="477277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93DA3004-A32F-41FC-9C94-68B8CFD37B2B}"/>
              </a:ext>
            </a:extLst>
          </p:cNvPr>
          <p:cNvSpPr txBox="1"/>
          <p:nvPr/>
        </p:nvSpPr>
        <p:spPr>
          <a:xfrm>
            <a:off x="2219181" y="499601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ODEBRECH SA</a:t>
            </a:r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0CBCA4C8-4B4C-4CBE-A362-C668B655BBEF}"/>
              </a:ext>
            </a:extLst>
          </p:cNvPr>
          <p:cNvSpPr txBox="1"/>
          <p:nvPr/>
        </p:nvSpPr>
        <p:spPr>
          <a:xfrm>
            <a:off x="5528251" y="496494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2050205062</a:t>
            </a:r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646CEFD4-54E0-4C19-9CA8-9FD62DFB4E56}"/>
              </a:ext>
            </a:extLst>
          </p:cNvPr>
          <p:cNvSpPr txBox="1"/>
          <p:nvPr/>
        </p:nvSpPr>
        <p:spPr>
          <a:xfrm>
            <a:off x="7480568" y="499327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Entidad</a:t>
            </a:r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1022D2F1-8E00-495A-967E-57B8F03FE408}"/>
              </a:ext>
            </a:extLst>
          </p:cNvPr>
          <p:cNvSpPr txBox="1"/>
          <p:nvPr/>
        </p:nvSpPr>
        <p:spPr>
          <a:xfrm>
            <a:off x="9432885" y="498232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7EDBE244-A88E-4A2D-9728-741698FF024C}"/>
              </a:ext>
            </a:extLst>
          </p:cNvPr>
          <p:cNvSpPr txBox="1"/>
          <p:nvPr/>
        </p:nvSpPr>
        <p:spPr>
          <a:xfrm>
            <a:off x="2219181" y="520556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CARPIO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55E8A994-AA6A-4033-AB9A-ADB8CF65A904}"/>
              </a:ext>
            </a:extLst>
          </p:cNvPr>
          <p:cNvSpPr txBox="1"/>
          <p:nvPr/>
        </p:nvSpPr>
        <p:spPr>
          <a:xfrm>
            <a:off x="5528251" y="517449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35267822</a:t>
            </a:r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B75F7252-EA61-44C1-8CB1-C7622218974F}"/>
              </a:ext>
            </a:extLst>
          </p:cNvPr>
          <p:cNvSpPr txBox="1"/>
          <p:nvPr/>
        </p:nvSpPr>
        <p:spPr>
          <a:xfrm>
            <a:off x="7480568" y="520282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0D3C5B41-9BCA-468A-AFE5-8C63E1E75B05}"/>
              </a:ext>
            </a:extLst>
          </p:cNvPr>
          <p:cNvSpPr txBox="1"/>
          <p:nvPr/>
        </p:nvSpPr>
        <p:spPr>
          <a:xfrm>
            <a:off x="9432885" y="519187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67EC1148-D670-4A6D-9B42-3C8349152E96}"/>
              </a:ext>
            </a:extLst>
          </p:cNvPr>
          <p:cNvSpPr txBox="1"/>
          <p:nvPr/>
        </p:nvSpPr>
        <p:spPr>
          <a:xfrm>
            <a:off x="2228706" y="541511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SOTO CASTILLO</a:t>
            </a:r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368C93A0-EEC8-49EC-AFB9-C63F1479B950}"/>
              </a:ext>
            </a:extLst>
          </p:cNvPr>
          <p:cNvSpPr txBox="1"/>
          <p:nvPr/>
        </p:nvSpPr>
        <p:spPr>
          <a:xfrm>
            <a:off x="5537776" y="538404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45267825</a:t>
            </a:r>
          </a:p>
        </p:txBody>
      </p: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39A7DD25-F6E2-4C8E-BDDF-45C5BC6A8DA8}"/>
              </a:ext>
            </a:extLst>
          </p:cNvPr>
          <p:cNvSpPr txBox="1"/>
          <p:nvPr/>
        </p:nvSpPr>
        <p:spPr>
          <a:xfrm>
            <a:off x="7490093" y="541237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B85128FF-2D84-4ABC-8445-E07ADDF3DA5D}"/>
              </a:ext>
            </a:extLst>
          </p:cNvPr>
          <p:cNvSpPr txBox="1"/>
          <p:nvPr/>
        </p:nvSpPr>
        <p:spPr>
          <a:xfrm>
            <a:off x="9442410" y="540142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4FF34CE1-5547-454D-98D1-0BAAB43E4E90}"/>
              </a:ext>
            </a:extLst>
          </p:cNvPr>
          <p:cNvSpPr txBox="1"/>
          <p:nvPr/>
        </p:nvSpPr>
        <p:spPr>
          <a:xfrm>
            <a:off x="2228706" y="5624664"/>
            <a:ext cx="2105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SOTOMAYOR CASTILLO</a:t>
            </a:r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B6EB93A8-B469-4D9F-8FB2-82EF74035F77}"/>
              </a:ext>
            </a:extLst>
          </p:cNvPr>
          <p:cNvSpPr txBox="1"/>
          <p:nvPr/>
        </p:nvSpPr>
        <p:spPr>
          <a:xfrm>
            <a:off x="5537776" y="559359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05267825</a:t>
            </a:r>
          </a:p>
        </p:txBody>
      </p:sp>
      <p:sp>
        <p:nvSpPr>
          <p:cNvPr id="162" name="CuadroTexto 161">
            <a:extLst>
              <a:ext uri="{FF2B5EF4-FFF2-40B4-BE49-F238E27FC236}">
                <a16:creationId xmlns:a16="http://schemas.microsoft.com/office/drawing/2014/main" id="{AEC9D7F2-96E4-40D2-9820-EB21B1348B39}"/>
              </a:ext>
            </a:extLst>
          </p:cNvPr>
          <p:cNvSpPr txBox="1"/>
          <p:nvPr/>
        </p:nvSpPr>
        <p:spPr>
          <a:xfrm>
            <a:off x="7490093" y="562192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163" name="CuadroTexto 162">
            <a:extLst>
              <a:ext uri="{FF2B5EF4-FFF2-40B4-BE49-F238E27FC236}">
                <a16:creationId xmlns:a16="http://schemas.microsoft.com/office/drawing/2014/main" id="{4D3E5185-B929-410E-A77A-330430464D61}"/>
              </a:ext>
            </a:extLst>
          </p:cNvPr>
          <p:cNvSpPr txBox="1"/>
          <p:nvPr/>
        </p:nvSpPr>
        <p:spPr>
          <a:xfrm>
            <a:off x="9442410" y="561097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6EBF36-F051-44AD-B17A-B3A3531EF4F8}"/>
              </a:ext>
            </a:extLst>
          </p:cNvPr>
          <p:cNvSpPr/>
          <p:nvPr/>
        </p:nvSpPr>
        <p:spPr>
          <a:xfrm>
            <a:off x="2398299" y="1814802"/>
            <a:ext cx="3078936" cy="3299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B4773D7-351D-47AF-BB89-A34824248C43}"/>
              </a:ext>
            </a:extLst>
          </p:cNvPr>
          <p:cNvSpPr/>
          <p:nvPr/>
        </p:nvSpPr>
        <p:spPr>
          <a:xfrm>
            <a:off x="6766419" y="2162786"/>
            <a:ext cx="1568201" cy="3299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7797B6-10C5-41A4-B0B8-AAE94E9121C5}"/>
              </a:ext>
            </a:extLst>
          </p:cNvPr>
          <p:cNvSpPr/>
          <p:nvPr/>
        </p:nvSpPr>
        <p:spPr>
          <a:xfrm>
            <a:off x="1770397" y="2893801"/>
            <a:ext cx="2144378" cy="2205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08BEA28-0D1A-4E11-8BAD-3130442503F3}"/>
              </a:ext>
            </a:extLst>
          </p:cNvPr>
          <p:cNvSpPr/>
          <p:nvPr/>
        </p:nvSpPr>
        <p:spPr>
          <a:xfrm>
            <a:off x="2112619" y="3570070"/>
            <a:ext cx="8025679" cy="24017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4121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upo 93">
            <a:extLst>
              <a:ext uri="{FF2B5EF4-FFF2-40B4-BE49-F238E27FC236}">
                <a16:creationId xmlns:a16="http://schemas.microsoft.com/office/drawing/2014/main" id="{7EAD7D27-9A4E-4115-BD7E-353539C09D8D}"/>
              </a:ext>
            </a:extLst>
          </p:cNvPr>
          <p:cNvGrpSpPr/>
          <p:nvPr/>
        </p:nvGrpSpPr>
        <p:grpSpPr>
          <a:xfrm>
            <a:off x="1487694" y="8467"/>
            <a:ext cx="9216611" cy="6858000"/>
            <a:chOff x="1487694" y="0"/>
            <a:chExt cx="9216611" cy="685800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037FE474-7EF4-4018-9785-AA380A132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7694" y="0"/>
              <a:ext cx="9216611" cy="6858000"/>
            </a:xfrm>
            <a:prstGeom prst="rect">
              <a:avLst/>
            </a:prstGeom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573F539-09DE-4340-88FF-3CEE23106FD2}"/>
                </a:ext>
              </a:extLst>
            </p:cNvPr>
            <p:cNvSpPr/>
            <p:nvPr/>
          </p:nvSpPr>
          <p:spPr>
            <a:xfrm>
              <a:off x="1487694" y="695325"/>
              <a:ext cx="9216611" cy="381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54A204A-9458-401E-850C-6D215CE41763}"/>
                </a:ext>
              </a:extLst>
            </p:cNvPr>
            <p:cNvSpPr/>
            <p:nvPr/>
          </p:nvSpPr>
          <p:spPr>
            <a:xfrm>
              <a:off x="8820150" y="31899"/>
              <a:ext cx="15240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FBC8C8AD-BACA-44A2-9C0D-5D3B27DB7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41120" y="179071"/>
              <a:ext cx="400050" cy="373380"/>
            </a:xfrm>
            <a:prstGeom prst="rect">
              <a:avLst/>
            </a:prstGeom>
          </p:spPr>
        </p:pic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408F5A2F-9D13-4888-9F65-318469D09F10}"/>
                </a:ext>
              </a:extLst>
            </p:cNvPr>
            <p:cNvSpPr/>
            <p:nvPr/>
          </p:nvSpPr>
          <p:spPr>
            <a:xfrm rot="10800000">
              <a:off x="10344150" y="373380"/>
              <a:ext cx="142874" cy="45719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1117FBF3-3163-48CB-B9A5-EDDB42A9BD1D}"/>
                </a:ext>
              </a:extLst>
            </p:cNvPr>
            <p:cNvSpPr txBox="1"/>
            <p:nvPr/>
          </p:nvSpPr>
          <p:spPr>
            <a:xfrm>
              <a:off x="8032901" y="235624"/>
              <a:ext cx="22082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Universal: Marco Paredes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AFDF4359-C66B-4B31-9C9D-0F498B2B372D}"/>
                </a:ext>
              </a:extLst>
            </p:cNvPr>
            <p:cNvSpPr/>
            <p:nvPr/>
          </p:nvSpPr>
          <p:spPr>
            <a:xfrm>
              <a:off x="1643063" y="1156179"/>
              <a:ext cx="8843961" cy="54555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º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10B94987-1C30-49D1-9FF3-E0F4D0B4AF7E}"/>
                </a:ext>
              </a:extLst>
            </p:cNvPr>
            <p:cNvSpPr/>
            <p:nvPr/>
          </p:nvSpPr>
          <p:spPr>
            <a:xfrm>
              <a:off x="1487694" y="6337004"/>
              <a:ext cx="9216611" cy="499730"/>
            </a:xfrm>
            <a:prstGeom prst="rect">
              <a:avLst/>
            </a:prstGeom>
            <a:solidFill>
              <a:srgbClr val="F3F3F3"/>
            </a:solidFill>
            <a:ln>
              <a:solidFill>
                <a:srgbClr val="F3F3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07E08FB-D8DE-49A5-8B66-0D0FF274A26D}"/>
                </a:ext>
              </a:extLst>
            </p:cNvPr>
            <p:cNvSpPr txBox="1"/>
            <p:nvPr/>
          </p:nvSpPr>
          <p:spPr>
            <a:xfrm>
              <a:off x="1874516" y="6597502"/>
              <a:ext cx="45510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Open Sans"/>
                </a:rPr>
                <a:t>Copyright © 2020 Conoce Capacitación Empresarial</a:t>
              </a:r>
              <a:endParaRPr lang="es-E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10DFBB1A-C17D-4D21-BA8D-693DA316F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9086" y="20732"/>
              <a:ext cx="2480015" cy="649335"/>
            </a:xfrm>
            <a:prstGeom prst="rect">
              <a:avLst/>
            </a:prstGeom>
          </p:spPr>
        </p:pic>
        <p:pic>
          <p:nvPicPr>
            <p:cNvPr id="27" name="Picture 2" descr="Conoce Capacitación Empresarial">
              <a:extLst>
                <a:ext uri="{FF2B5EF4-FFF2-40B4-BE49-F238E27FC236}">
                  <a16:creationId xmlns:a16="http://schemas.microsoft.com/office/drawing/2014/main" id="{1724F41F-30FB-4AB1-BA13-409C61F98B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8878" y="6418964"/>
              <a:ext cx="746709" cy="391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1BC474EC-D663-4F16-832D-EAA0925EEFFD}"/>
                </a:ext>
              </a:extLst>
            </p:cNvPr>
            <p:cNvSpPr txBox="1"/>
            <p:nvPr/>
          </p:nvSpPr>
          <p:spPr>
            <a:xfrm>
              <a:off x="1567041" y="747032"/>
              <a:ext cx="138224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Página principal</a:t>
              </a:r>
            </a:p>
          </p:txBody>
        </p: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1714DB7F-930D-4101-B0EE-B2E39C01753B}"/>
                </a:ext>
              </a:extLst>
            </p:cNvPr>
            <p:cNvSpPr txBox="1"/>
            <p:nvPr/>
          </p:nvSpPr>
          <p:spPr>
            <a:xfrm>
              <a:off x="2807640" y="750052"/>
              <a:ext cx="138224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Matriz de riesgos</a:t>
              </a:r>
            </a:p>
          </p:txBody>
        </p: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951D1228-D11A-4B05-99BE-97D8016C0DE4}"/>
                </a:ext>
              </a:extLst>
            </p:cNvPr>
            <p:cNvSpPr txBox="1"/>
            <p:nvPr/>
          </p:nvSpPr>
          <p:spPr>
            <a:xfrm>
              <a:off x="4108380" y="753696"/>
              <a:ext cx="141034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Scoring de riesgos</a:t>
              </a:r>
            </a:p>
          </p:txBody>
        </p:sp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A669D7FB-37F4-41CB-90D6-23B3C12ED543}"/>
                </a:ext>
              </a:extLst>
            </p:cNvPr>
            <p:cNvSpPr txBox="1"/>
            <p:nvPr/>
          </p:nvSpPr>
          <p:spPr>
            <a:xfrm>
              <a:off x="5509495" y="747204"/>
              <a:ext cx="1881914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Registro de operaciones</a:t>
              </a:r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375DA943-2B27-418A-85DF-2382881031F3}"/>
                </a:ext>
              </a:extLst>
            </p:cNvPr>
            <p:cNvSpPr txBox="1"/>
            <p:nvPr/>
          </p:nvSpPr>
          <p:spPr>
            <a:xfrm>
              <a:off x="7391400" y="748857"/>
              <a:ext cx="969854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Listas</a:t>
              </a:r>
            </a:p>
          </p:txBody>
        </p: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F0A12046-EDE7-446D-B228-0FF9EA091497}"/>
                </a:ext>
              </a:extLst>
            </p:cNvPr>
            <p:cNvSpPr txBox="1"/>
            <p:nvPr/>
          </p:nvSpPr>
          <p:spPr>
            <a:xfrm>
              <a:off x="8076031" y="751410"/>
              <a:ext cx="146584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Canal de denuncia</a:t>
              </a:r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1DFE14D3-E67F-4BB8-9D1F-4AB0D8482F86}"/>
                </a:ext>
              </a:extLst>
            </p:cNvPr>
            <p:cNvSpPr txBox="1"/>
            <p:nvPr/>
          </p:nvSpPr>
          <p:spPr>
            <a:xfrm>
              <a:off x="9536390" y="749390"/>
              <a:ext cx="109721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Mis cursos</a:t>
              </a:r>
            </a:p>
          </p:txBody>
        </p:sp>
      </p:grpSp>
      <p:sp>
        <p:nvSpPr>
          <p:cNvPr id="95" name="Rectángulo 94">
            <a:extLst>
              <a:ext uri="{FF2B5EF4-FFF2-40B4-BE49-F238E27FC236}">
                <a16:creationId xmlns:a16="http://schemas.microsoft.com/office/drawing/2014/main" id="{82E412E3-98EE-4C07-B73C-308AD51F2EEA}"/>
              </a:ext>
            </a:extLst>
          </p:cNvPr>
          <p:cNvSpPr/>
          <p:nvPr/>
        </p:nvSpPr>
        <p:spPr>
          <a:xfrm>
            <a:off x="1643063" y="1156179"/>
            <a:ext cx="8905873" cy="381000"/>
          </a:xfrm>
          <a:prstGeom prst="rect">
            <a:avLst/>
          </a:prstGeom>
          <a:solidFill>
            <a:srgbClr val="F3F3F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4E8EFCC4-F4A3-44A0-9961-C7D4F51001C1}"/>
              </a:ext>
            </a:extLst>
          </p:cNvPr>
          <p:cNvSpPr txBox="1"/>
          <p:nvPr/>
        </p:nvSpPr>
        <p:spPr>
          <a:xfrm>
            <a:off x="1694043" y="1187414"/>
            <a:ext cx="206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Listas</a:t>
            </a:r>
            <a:r>
              <a:rPr lang="es-E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pic>
        <p:nvPicPr>
          <p:cNvPr id="103" name="Imagen 102">
            <a:extLst>
              <a:ext uri="{FF2B5EF4-FFF2-40B4-BE49-F238E27FC236}">
                <a16:creationId xmlns:a16="http://schemas.microsoft.com/office/drawing/2014/main" id="{27476B99-4021-419B-8A10-C18192467F9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9836"/>
          <a:stretch/>
        </p:blipFill>
        <p:spPr>
          <a:xfrm>
            <a:off x="10693419" y="20732"/>
            <a:ext cx="142875" cy="6858000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4E55E597-51E4-4818-87E8-AEC79984A4F5}"/>
              </a:ext>
            </a:extLst>
          </p:cNvPr>
          <p:cNvSpPr txBox="1"/>
          <p:nvPr/>
        </p:nvSpPr>
        <p:spPr>
          <a:xfrm>
            <a:off x="1874516" y="6419307"/>
            <a:ext cx="56551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</a:rPr>
              <a:t>Calle Las Orquídeas 585, Piso 12 – San Isidro </a:t>
            </a:r>
            <a:r>
              <a:rPr lang="es-ES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</a:rPr>
              <a:t>I soporte@conoce.com.pe</a:t>
            </a:r>
            <a:endParaRPr lang="es-E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A9BF7BA0-23CB-4182-B87C-FFDE1267A525}"/>
              </a:ext>
            </a:extLst>
          </p:cNvPr>
          <p:cNvSpPr/>
          <p:nvPr/>
        </p:nvSpPr>
        <p:spPr>
          <a:xfrm>
            <a:off x="1635016" y="1659981"/>
            <a:ext cx="8905873" cy="932569"/>
          </a:xfrm>
          <a:prstGeom prst="rect">
            <a:avLst/>
          </a:prstGeom>
          <a:solidFill>
            <a:srgbClr val="F3F3F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6F64783-C58D-434C-B541-D91D9B22B222}"/>
              </a:ext>
            </a:extLst>
          </p:cNvPr>
          <p:cNvSpPr txBox="1"/>
          <p:nvPr/>
        </p:nvSpPr>
        <p:spPr>
          <a:xfrm>
            <a:off x="1724740" y="1814802"/>
            <a:ext cx="1666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Nombre: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C0DE424A-82A9-46A7-88F9-773CDBD26F85}"/>
              </a:ext>
            </a:extLst>
          </p:cNvPr>
          <p:cNvSpPr/>
          <p:nvPr/>
        </p:nvSpPr>
        <p:spPr>
          <a:xfrm>
            <a:off x="2447178" y="1846554"/>
            <a:ext cx="2994761" cy="24524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84F4D8E-5CA2-4F47-ADB3-5F2598635996}"/>
              </a:ext>
            </a:extLst>
          </p:cNvPr>
          <p:cNvSpPr txBox="1"/>
          <p:nvPr/>
        </p:nvSpPr>
        <p:spPr>
          <a:xfrm>
            <a:off x="5609224" y="1843445"/>
            <a:ext cx="1666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Nª</a:t>
            </a:r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Identificación: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699CB291-A8EA-4633-AC50-26FFA1F7058A}"/>
              </a:ext>
            </a:extLst>
          </p:cNvPr>
          <p:cNvSpPr/>
          <p:nvPr/>
        </p:nvSpPr>
        <p:spPr>
          <a:xfrm>
            <a:off x="6846360" y="1837580"/>
            <a:ext cx="1411816" cy="24524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D12B5DB-F9A1-4FC3-9150-AF4C91C3F12B}"/>
              </a:ext>
            </a:extLst>
          </p:cNvPr>
          <p:cNvSpPr txBox="1"/>
          <p:nvPr/>
        </p:nvSpPr>
        <p:spPr>
          <a:xfrm>
            <a:off x="1746361" y="2206403"/>
            <a:ext cx="1666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País: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D2B8884-C8E2-40B8-8777-E05DA9CB22C1}"/>
              </a:ext>
            </a:extLst>
          </p:cNvPr>
          <p:cNvSpPr/>
          <p:nvPr/>
        </p:nvSpPr>
        <p:spPr>
          <a:xfrm>
            <a:off x="2437296" y="2218201"/>
            <a:ext cx="2994761" cy="24524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0C060EAF-DC6C-4046-A92D-E640BE3749A9}"/>
              </a:ext>
            </a:extLst>
          </p:cNvPr>
          <p:cNvSpPr/>
          <p:nvPr/>
        </p:nvSpPr>
        <p:spPr>
          <a:xfrm>
            <a:off x="6846360" y="2194280"/>
            <a:ext cx="1411816" cy="269167"/>
          </a:xfrm>
          <a:prstGeom prst="rect">
            <a:avLst/>
          </a:prstGeom>
          <a:solidFill>
            <a:srgbClr val="92D05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Realizar Búsqueda 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E3643F3-9434-4FDE-8F35-7F5839D0AF0B}"/>
              </a:ext>
            </a:extLst>
          </p:cNvPr>
          <p:cNvSpPr/>
          <p:nvPr/>
        </p:nvSpPr>
        <p:spPr>
          <a:xfrm>
            <a:off x="1615708" y="2776389"/>
            <a:ext cx="8905873" cy="334408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CCC2FD5-7F64-411E-B7BA-314BEAD54404}"/>
              </a:ext>
            </a:extLst>
          </p:cNvPr>
          <p:cNvSpPr txBox="1"/>
          <p:nvPr/>
        </p:nvSpPr>
        <p:spPr>
          <a:xfrm>
            <a:off x="1746361" y="2879787"/>
            <a:ext cx="216841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Resultados: 11 encontrados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1C6FA533-3E14-4456-9A8D-739D0E14166E}"/>
              </a:ext>
            </a:extLst>
          </p:cNvPr>
          <p:cNvSpPr/>
          <p:nvPr/>
        </p:nvSpPr>
        <p:spPr>
          <a:xfrm>
            <a:off x="1746361" y="3207706"/>
            <a:ext cx="8597789" cy="33751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B3F7CA6C-77FC-4477-BE6C-5A47A06FECD9}"/>
              </a:ext>
            </a:extLst>
          </p:cNvPr>
          <p:cNvSpPr txBox="1"/>
          <p:nvPr/>
        </p:nvSpPr>
        <p:spPr>
          <a:xfrm>
            <a:off x="1804218" y="3235967"/>
            <a:ext cx="51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4A35785-CD02-4754-BC56-5195EA7F3CC9}"/>
              </a:ext>
            </a:extLst>
          </p:cNvPr>
          <p:cNvSpPr txBox="1"/>
          <p:nvPr/>
        </p:nvSpPr>
        <p:spPr>
          <a:xfrm>
            <a:off x="2230607" y="3244450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PERSONA O INSTITUCIÓN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D1B1B41-5281-4608-814F-6216835D21EC}"/>
              </a:ext>
            </a:extLst>
          </p:cNvPr>
          <p:cNvSpPr txBox="1"/>
          <p:nvPr/>
        </p:nvSpPr>
        <p:spPr>
          <a:xfrm>
            <a:off x="5432057" y="3232392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IDENTIFICACIÓN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C75D354-393F-4C23-B67D-00079C48EA48}"/>
              </a:ext>
            </a:extLst>
          </p:cNvPr>
          <p:cNvSpPr txBox="1"/>
          <p:nvPr/>
        </p:nvSpPr>
        <p:spPr>
          <a:xfrm>
            <a:off x="9172843" y="3232392"/>
            <a:ext cx="818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ACCIONES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A041AF6-C215-43FF-9E65-FC087029DC38}"/>
              </a:ext>
            </a:extLst>
          </p:cNvPr>
          <p:cNvSpPr txBox="1"/>
          <p:nvPr/>
        </p:nvSpPr>
        <p:spPr>
          <a:xfrm>
            <a:off x="7650429" y="3237257"/>
            <a:ext cx="818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07AFF42-AC13-4457-98F3-69C7C6EE7DA0}"/>
              </a:ext>
            </a:extLst>
          </p:cNvPr>
          <p:cNvSpPr txBox="1"/>
          <p:nvPr/>
        </p:nvSpPr>
        <p:spPr>
          <a:xfrm>
            <a:off x="2209656" y="356726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CASTILLO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AAC43C08-0073-4F67-B821-63558FFD5A15}"/>
              </a:ext>
            </a:extLst>
          </p:cNvPr>
          <p:cNvSpPr txBox="1"/>
          <p:nvPr/>
        </p:nvSpPr>
        <p:spPr>
          <a:xfrm>
            <a:off x="5518726" y="353619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45267825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677F7BD9-D5F5-4D8C-AAB9-92549FC35EBC}"/>
              </a:ext>
            </a:extLst>
          </p:cNvPr>
          <p:cNvSpPr txBox="1"/>
          <p:nvPr/>
        </p:nvSpPr>
        <p:spPr>
          <a:xfrm>
            <a:off x="7471043" y="356452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DDF0F473-F594-44CC-AAF0-33CE942A803A}"/>
              </a:ext>
            </a:extLst>
          </p:cNvPr>
          <p:cNvSpPr txBox="1"/>
          <p:nvPr/>
        </p:nvSpPr>
        <p:spPr>
          <a:xfrm>
            <a:off x="9423360" y="355357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27EE166-08EE-445C-AEEC-B4C2E48068A2}"/>
              </a:ext>
            </a:extLst>
          </p:cNvPr>
          <p:cNvSpPr/>
          <p:nvPr/>
        </p:nvSpPr>
        <p:spPr>
          <a:xfrm>
            <a:off x="1746360" y="3817532"/>
            <a:ext cx="8597789" cy="9899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8C63563-4080-4F74-AFBE-663E8C126962}"/>
              </a:ext>
            </a:extLst>
          </p:cNvPr>
          <p:cNvSpPr txBox="1"/>
          <p:nvPr/>
        </p:nvSpPr>
        <p:spPr>
          <a:xfrm>
            <a:off x="2258161" y="4439950"/>
            <a:ext cx="1550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PAIS: PERU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6413845-7D51-4803-8097-6BB9E602FF5C}"/>
              </a:ext>
            </a:extLst>
          </p:cNvPr>
          <p:cNvSpPr txBox="1"/>
          <p:nvPr/>
        </p:nvSpPr>
        <p:spPr>
          <a:xfrm>
            <a:off x="6030641" y="4418438"/>
            <a:ext cx="2558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Observación: LAVADO DE ACTIVOS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426E69E-3BA4-4E9E-A247-6A4402EEEC74}"/>
              </a:ext>
            </a:extLst>
          </p:cNvPr>
          <p:cNvSpPr txBox="1"/>
          <p:nvPr/>
        </p:nvSpPr>
        <p:spPr>
          <a:xfrm>
            <a:off x="2230607" y="4068818"/>
            <a:ext cx="1550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NOMBRES: VICTOR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729EA48-53B3-4064-84CD-35CBBF69D2C8}"/>
              </a:ext>
            </a:extLst>
          </p:cNvPr>
          <p:cNvSpPr txBox="1"/>
          <p:nvPr/>
        </p:nvSpPr>
        <p:spPr>
          <a:xfrm>
            <a:off x="3671430" y="4077483"/>
            <a:ext cx="22842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APELLIDOS: SOTELO CASTILLO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EC4B93A-43C1-47CB-ADEE-27E0A92DBDFC}"/>
              </a:ext>
            </a:extLst>
          </p:cNvPr>
          <p:cNvSpPr txBox="1"/>
          <p:nvPr/>
        </p:nvSpPr>
        <p:spPr>
          <a:xfrm>
            <a:off x="3671430" y="4439300"/>
            <a:ext cx="20530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IDENTIFICACIÓN: 45267825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EE3C12-EEAE-4D72-8937-81DBC277C8F0}"/>
              </a:ext>
            </a:extLst>
          </p:cNvPr>
          <p:cNvSpPr txBox="1"/>
          <p:nvPr/>
        </p:nvSpPr>
        <p:spPr>
          <a:xfrm>
            <a:off x="6054779" y="4096365"/>
            <a:ext cx="22842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TIPO: Individual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700C8CB-150D-4F12-9D90-4D1188FDF275}"/>
              </a:ext>
            </a:extLst>
          </p:cNvPr>
          <p:cNvSpPr txBox="1"/>
          <p:nvPr/>
        </p:nvSpPr>
        <p:spPr>
          <a:xfrm>
            <a:off x="9227675" y="3801551"/>
            <a:ext cx="98779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Detalles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A60F5FE-6AA6-43B2-AD7A-C0EBB84E6A41}"/>
              </a:ext>
            </a:extLst>
          </p:cNvPr>
          <p:cNvSpPr txBox="1"/>
          <p:nvPr/>
        </p:nvSpPr>
        <p:spPr>
          <a:xfrm>
            <a:off x="2190606" y="4853139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HERRERA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2DE3D55-0887-4CB7-BA21-A776380F7C60}"/>
              </a:ext>
            </a:extLst>
          </p:cNvPr>
          <p:cNvSpPr txBox="1"/>
          <p:nvPr/>
        </p:nvSpPr>
        <p:spPr>
          <a:xfrm>
            <a:off x="7451993" y="4850404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DDB500A-92BB-406C-BE40-3F59DD118022}"/>
              </a:ext>
            </a:extLst>
          </p:cNvPr>
          <p:cNvSpPr txBox="1"/>
          <p:nvPr/>
        </p:nvSpPr>
        <p:spPr>
          <a:xfrm>
            <a:off x="9404310" y="4839447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4E92DA3-1F82-4F61-9CCC-D2D48BB2CD7D}"/>
              </a:ext>
            </a:extLst>
          </p:cNvPr>
          <p:cNvSpPr txBox="1"/>
          <p:nvPr/>
        </p:nvSpPr>
        <p:spPr>
          <a:xfrm>
            <a:off x="2190606" y="5062689"/>
            <a:ext cx="2200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CASTAÑEDA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52B8136-4011-40E9-B0D8-7F0F35343C1D}"/>
              </a:ext>
            </a:extLst>
          </p:cNvPr>
          <p:cNvSpPr txBox="1"/>
          <p:nvPr/>
        </p:nvSpPr>
        <p:spPr>
          <a:xfrm>
            <a:off x="5499676" y="5031621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95267825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5E3502B-F806-4EB9-B336-5F59FE800B20}"/>
              </a:ext>
            </a:extLst>
          </p:cNvPr>
          <p:cNvSpPr txBox="1"/>
          <p:nvPr/>
        </p:nvSpPr>
        <p:spPr>
          <a:xfrm>
            <a:off x="7451993" y="5059954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996CAD4-F3B9-4A0B-A6CF-C03758101E58}"/>
              </a:ext>
            </a:extLst>
          </p:cNvPr>
          <p:cNvSpPr txBox="1"/>
          <p:nvPr/>
        </p:nvSpPr>
        <p:spPr>
          <a:xfrm>
            <a:off x="9404310" y="5048997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E0BCD29-618A-45DB-9C52-CFD5D805C008}"/>
              </a:ext>
            </a:extLst>
          </p:cNvPr>
          <p:cNvSpPr txBox="1"/>
          <p:nvPr/>
        </p:nvSpPr>
        <p:spPr>
          <a:xfrm>
            <a:off x="2190606" y="5262714"/>
            <a:ext cx="2124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CASINO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A8785E-4866-417A-B8B6-A1443FCE6DD8}"/>
              </a:ext>
            </a:extLst>
          </p:cNvPr>
          <p:cNvSpPr txBox="1"/>
          <p:nvPr/>
        </p:nvSpPr>
        <p:spPr>
          <a:xfrm>
            <a:off x="5499676" y="523164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65267826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1A93103-B9BC-41C4-962F-B7E77451001B}"/>
              </a:ext>
            </a:extLst>
          </p:cNvPr>
          <p:cNvSpPr txBox="1"/>
          <p:nvPr/>
        </p:nvSpPr>
        <p:spPr>
          <a:xfrm>
            <a:off x="7451993" y="525997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5FF68BA-9B7C-4D32-9FD1-47E856249B4B}"/>
              </a:ext>
            </a:extLst>
          </p:cNvPr>
          <p:cNvSpPr txBox="1"/>
          <p:nvPr/>
        </p:nvSpPr>
        <p:spPr>
          <a:xfrm>
            <a:off x="9404310" y="524902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3134BAA-DDE6-4E63-8368-278AF40F8A76}"/>
              </a:ext>
            </a:extLst>
          </p:cNvPr>
          <p:cNvSpPr txBox="1"/>
          <p:nvPr/>
        </p:nvSpPr>
        <p:spPr>
          <a:xfrm>
            <a:off x="2190606" y="547226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SOTELO CASAS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6F931BE-9A96-4B8C-8F26-BE8F76A8D88C}"/>
              </a:ext>
            </a:extLst>
          </p:cNvPr>
          <p:cNvSpPr txBox="1"/>
          <p:nvPr/>
        </p:nvSpPr>
        <p:spPr>
          <a:xfrm>
            <a:off x="5499676" y="544119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25267825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39E8328-F984-4037-A7A4-64732F37018D}"/>
              </a:ext>
            </a:extLst>
          </p:cNvPr>
          <p:cNvSpPr txBox="1"/>
          <p:nvPr/>
        </p:nvSpPr>
        <p:spPr>
          <a:xfrm>
            <a:off x="7451993" y="546952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3C897AC7-8554-46A6-A376-7B54BE351B72}"/>
              </a:ext>
            </a:extLst>
          </p:cNvPr>
          <p:cNvSpPr txBox="1"/>
          <p:nvPr/>
        </p:nvSpPr>
        <p:spPr>
          <a:xfrm>
            <a:off x="9404310" y="545857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524A1E6-65E8-44E4-BFAF-430099261650}"/>
              </a:ext>
            </a:extLst>
          </p:cNvPr>
          <p:cNvSpPr txBox="1"/>
          <p:nvPr/>
        </p:nvSpPr>
        <p:spPr>
          <a:xfrm>
            <a:off x="2200131" y="5662764"/>
            <a:ext cx="1877773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VICTOR HERRERA CASAS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05584EC-6D90-4732-9181-36811BE11B42}"/>
              </a:ext>
            </a:extLst>
          </p:cNvPr>
          <p:cNvSpPr txBox="1"/>
          <p:nvPr/>
        </p:nvSpPr>
        <p:spPr>
          <a:xfrm>
            <a:off x="5509201" y="5631696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15267825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3A97DB3-7AFC-41ED-9259-A7E80E10FBA8}"/>
              </a:ext>
            </a:extLst>
          </p:cNvPr>
          <p:cNvSpPr txBox="1"/>
          <p:nvPr/>
        </p:nvSpPr>
        <p:spPr>
          <a:xfrm>
            <a:off x="7461518" y="5660029"/>
            <a:ext cx="1063664" cy="28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Individual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F702C64-38FF-416C-80F6-F52DBC6B251D}"/>
              </a:ext>
            </a:extLst>
          </p:cNvPr>
          <p:cNvSpPr txBox="1"/>
          <p:nvPr/>
        </p:nvSpPr>
        <p:spPr>
          <a:xfrm>
            <a:off x="9413835" y="5649072"/>
            <a:ext cx="46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2D06578E-DF33-4C8C-8785-BF9A20EF2FD5}"/>
              </a:ext>
            </a:extLst>
          </p:cNvPr>
          <p:cNvSpPr/>
          <p:nvPr/>
        </p:nvSpPr>
        <p:spPr>
          <a:xfrm>
            <a:off x="9262122" y="3615326"/>
            <a:ext cx="724621" cy="1739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55EBBB6-6253-40B4-819E-902C2C331B53}"/>
              </a:ext>
            </a:extLst>
          </p:cNvPr>
          <p:cNvSpPr/>
          <p:nvPr/>
        </p:nvSpPr>
        <p:spPr>
          <a:xfrm>
            <a:off x="2177060" y="4071572"/>
            <a:ext cx="8038407" cy="6059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52986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403</Words>
  <Application>Microsoft Macintosh PowerPoint</Application>
  <PresentationFormat>Panorámica</PresentationFormat>
  <Paragraphs>198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Open Sans</vt:lpstr>
      <vt:lpstr>Tahoma Negreta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Erika Diaz</dc:creator>
  <cp:lastModifiedBy>Microsoft Office User</cp:lastModifiedBy>
  <cp:revision>16</cp:revision>
  <dcterms:created xsi:type="dcterms:W3CDTF">2020-11-10T21:18:08Z</dcterms:created>
  <dcterms:modified xsi:type="dcterms:W3CDTF">2020-11-11T12:55:21Z</dcterms:modified>
</cp:coreProperties>
</file>